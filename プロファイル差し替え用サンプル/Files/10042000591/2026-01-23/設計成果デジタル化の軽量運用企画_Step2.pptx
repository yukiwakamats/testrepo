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autoCompressPictures="0">
  <p:sldMasterIdLst>
    <p:sldMasterId id="2147483728" r:id="rId1"/>
  </p:sldMasterIdLst>
  <p:notesMasterIdLst>
    <p:notesMasterId r:id="rId17"/>
  </p:notesMasterIdLst>
  <p:handoutMasterIdLst>
    <p:handoutMasterId r:id="rId18"/>
  </p:handoutMasterIdLst>
  <p:sldIdLst>
    <p:sldId id="519" r:id="rId2"/>
    <p:sldId id="1532" r:id="rId3"/>
    <p:sldId id="1534" r:id="rId4"/>
    <p:sldId id="1535" r:id="rId5"/>
    <p:sldId id="1538" r:id="rId6"/>
    <p:sldId id="1539" r:id="rId7"/>
    <p:sldId id="530" r:id="rId8"/>
    <p:sldId id="1540" r:id="rId9"/>
    <p:sldId id="1536" r:id="rId10"/>
    <p:sldId id="1537" r:id="rId11"/>
    <p:sldId id="825" r:id="rId12"/>
    <p:sldId id="826" r:id="rId13"/>
    <p:sldId id="824" r:id="rId14"/>
    <p:sldId id="823" r:id="rId15"/>
    <p:sldId id="1541" r:id="rId16"/>
  </p:sldIdLst>
  <p:sldSz cx="12203113" cy="6864350"/>
  <p:notesSz cx="10234613" cy="7104063"/>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5" orient="horz" pos="2163" userDrawn="1">
          <p15:clr>
            <a:srgbClr val="A4A3A4"/>
          </p15:clr>
        </p15:guide>
        <p15:guide id="16" pos="3845" userDrawn="1">
          <p15:clr>
            <a:srgbClr val="A4A3A4"/>
          </p15:clr>
        </p15:guide>
        <p15:guide id="17" orient="horz" pos="529" userDrawn="1">
          <p15:clr>
            <a:srgbClr val="A4A3A4"/>
          </p15:clr>
        </p15:guide>
        <p15:guide id="18" orient="horz" pos="348" userDrawn="1">
          <p15:clr>
            <a:srgbClr val="A4A3A4"/>
          </p15:clr>
        </p15:guide>
        <p15:guide id="19" pos="575" userDrawn="1">
          <p15:clr>
            <a:srgbClr val="A4A3A4"/>
          </p15:clr>
        </p15:guide>
        <p15:guide id="20" orient="horz" pos="3704" userDrawn="1">
          <p15:clr>
            <a:srgbClr val="A4A3A4"/>
          </p15:clr>
        </p15:guide>
        <p15:guide id="21" pos="7112"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BC6"/>
    <a:srgbClr val="F74D5A"/>
    <a:srgbClr val="44B3E1"/>
    <a:srgbClr val="FECCCA"/>
    <a:srgbClr val="5ABDE4"/>
    <a:srgbClr val="7BCAE9"/>
    <a:srgbClr val="ACDEF2"/>
    <a:srgbClr val="334553"/>
    <a:srgbClr val="C9A4E4"/>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DAFDAC3-2D50-4E21-BB78-745202451483}" v="1747" dt="2025-09-24T03:54:26.073"/>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スタイル (中間)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10A1B5D5-9B99-4C35-A422-299274C87663}" styleName="中間スタイル 1 - アクセント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912C8C85-51F0-491E-9774-3900AFEF0FD7}" styleName="淡色スタイル 2 - アクセント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F2DE63D5-997A-4646-A377-4702673A728D}" styleName="淡色スタイル 2 - アクセント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3C2FFA5D-87B4-456A-9821-1D502468CF0F}" styleName="テーマ スタイル 1 - アクセント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FD0F851-EC5A-4D38-B0AD-8093EC10F338}" styleName="淡色スタイル 1 - アクセント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91EBBBCC-DAD2-459C-BE2E-F6DE35CF9A28}" styleName="濃色スタイル 2 - アクセント 3/アクセント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0660B408-B3CF-4A94-85FC-2B1E0A45F4A2}" styleName="濃色スタイル 2 - アクセント 1/アクセント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3788" autoAdjust="0"/>
  </p:normalViewPr>
  <p:slideViewPr>
    <p:cSldViewPr snapToGrid="0">
      <p:cViewPr varScale="1">
        <p:scale>
          <a:sx n="100" d="100"/>
          <a:sy n="100" d="100"/>
        </p:scale>
        <p:origin x="72" y="264"/>
      </p:cViewPr>
      <p:guideLst>
        <p:guide orient="horz" pos="2163"/>
        <p:guide pos="3845"/>
        <p:guide orient="horz" pos="529"/>
        <p:guide orient="horz" pos="348"/>
        <p:guide pos="575"/>
        <p:guide orient="horz" pos="3704"/>
        <p:guide pos="7112"/>
      </p:guideLst>
    </p:cSldViewPr>
  </p:slideViewPr>
  <p:outlineViewPr>
    <p:cViewPr>
      <p:scale>
        <a:sx n="33" d="100"/>
        <a:sy n="33" d="100"/>
      </p:scale>
      <p:origin x="0" y="-5634"/>
    </p:cViewPr>
  </p:outlineViewPr>
  <p:notesTextViewPr>
    <p:cViewPr>
      <p:scale>
        <a:sx n="125" d="100"/>
        <a:sy n="125" d="100"/>
      </p:scale>
      <p:origin x="0" y="0"/>
    </p:cViewPr>
  </p:notesTextViewPr>
  <p:sorterViewPr>
    <p:cViewPr>
      <p:scale>
        <a:sx n="200" d="100"/>
        <a:sy n="200" d="100"/>
      </p:scale>
      <p:origin x="0" y="-4872"/>
    </p:cViewPr>
  </p:sorterViewPr>
  <p:notesViewPr>
    <p:cSldViewPr snapToGrid="0">
      <p:cViewPr varScale="1">
        <p:scale>
          <a:sx n="114" d="100"/>
          <a:sy n="114" d="100"/>
        </p:scale>
        <p:origin x="1068"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4434725" cy="356627"/>
          </a:xfrm>
          <a:prstGeom prst="rect">
            <a:avLst/>
          </a:prstGeom>
        </p:spPr>
        <p:txBody>
          <a:bodyPr vert="horz" lIns="95491" tIns="47745" rIns="95491" bIns="47745" rtlCol="0"/>
          <a:lstStyle>
            <a:lvl1pPr algn="l">
              <a:defRPr sz="1300"/>
            </a:lvl1pPr>
          </a:lstStyle>
          <a:p>
            <a:endParaRPr kumimoji="1" lang="ja-JP" altLang="en-US" dirty="0"/>
          </a:p>
        </p:txBody>
      </p:sp>
      <p:sp>
        <p:nvSpPr>
          <p:cNvPr id="3" name="日付プレースホルダー 2"/>
          <p:cNvSpPr>
            <a:spLocks noGrp="1"/>
          </p:cNvSpPr>
          <p:nvPr>
            <p:ph type="dt" sz="quarter" idx="1"/>
          </p:nvPr>
        </p:nvSpPr>
        <p:spPr>
          <a:xfrm>
            <a:off x="5796594" y="0"/>
            <a:ext cx="4436372" cy="356627"/>
          </a:xfrm>
          <a:prstGeom prst="rect">
            <a:avLst/>
          </a:prstGeom>
        </p:spPr>
        <p:txBody>
          <a:bodyPr vert="horz" lIns="95491" tIns="47745" rIns="95491" bIns="47745" rtlCol="0"/>
          <a:lstStyle>
            <a:lvl1pPr algn="r">
              <a:defRPr sz="1300"/>
            </a:lvl1pPr>
          </a:lstStyle>
          <a:p>
            <a:fld id="{A7640E48-A5E0-5041-9B48-F1CC1125BC09}" type="datetimeFigureOut">
              <a:rPr kumimoji="1" lang="ja-JP" altLang="en-US" smtClean="0"/>
              <a:pPr/>
              <a:t>2026/1/16</a:t>
            </a:fld>
            <a:endParaRPr kumimoji="1" lang="ja-JP" altLang="en-US" dirty="0"/>
          </a:p>
        </p:txBody>
      </p:sp>
      <p:sp>
        <p:nvSpPr>
          <p:cNvPr id="4" name="フッター プレースホルダー 3"/>
          <p:cNvSpPr>
            <a:spLocks noGrp="1"/>
          </p:cNvSpPr>
          <p:nvPr>
            <p:ph type="ftr" sz="quarter" idx="2"/>
          </p:nvPr>
        </p:nvSpPr>
        <p:spPr>
          <a:xfrm>
            <a:off x="0" y="6747436"/>
            <a:ext cx="4434725" cy="356627"/>
          </a:xfrm>
          <a:prstGeom prst="rect">
            <a:avLst/>
          </a:prstGeom>
        </p:spPr>
        <p:txBody>
          <a:bodyPr vert="horz" lIns="95491" tIns="47745" rIns="95491" bIns="47745" rtlCol="0" anchor="b"/>
          <a:lstStyle>
            <a:lvl1pPr algn="l">
              <a:defRPr sz="1300"/>
            </a:lvl1pPr>
          </a:lstStyle>
          <a:p>
            <a:endParaRPr kumimoji="1" lang="ja-JP" altLang="en-US" dirty="0"/>
          </a:p>
        </p:txBody>
      </p:sp>
      <p:sp>
        <p:nvSpPr>
          <p:cNvPr id="5" name="スライド番号プレースホルダー 4"/>
          <p:cNvSpPr>
            <a:spLocks noGrp="1"/>
          </p:cNvSpPr>
          <p:nvPr>
            <p:ph type="sldNum" sz="quarter" idx="3"/>
          </p:nvPr>
        </p:nvSpPr>
        <p:spPr>
          <a:xfrm>
            <a:off x="5796594" y="6747436"/>
            <a:ext cx="4436372" cy="356627"/>
          </a:xfrm>
          <a:prstGeom prst="rect">
            <a:avLst/>
          </a:prstGeom>
        </p:spPr>
        <p:txBody>
          <a:bodyPr vert="horz" lIns="95491" tIns="47745" rIns="95491" bIns="47745" rtlCol="0" anchor="b"/>
          <a:lstStyle>
            <a:lvl1pPr algn="r">
              <a:defRPr sz="1300"/>
            </a:lvl1pPr>
          </a:lstStyle>
          <a:p>
            <a:fld id="{A07F573A-01BF-2B44-8976-5E6A2AEC1848}" type="slidenum">
              <a:rPr kumimoji="1" lang="ja-JP" altLang="en-US" smtClean="0"/>
              <a:pPr/>
              <a:t>‹#›</a:t>
            </a:fld>
            <a:endParaRPr kumimoji="1" lang="ja-JP" altLang="en-US" dirty="0"/>
          </a:p>
        </p:txBody>
      </p:sp>
    </p:spTree>
    <p:extLst>
      <p:ext uri="{BB962C8B-B14F-4D97-AF65-F5344CB8AC3E}">
        <p14:creationId xmlns:p14="http://schemas.microsoft.com/office/powerpoint/2010/main" val="16500045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2"/>
            <a:ext cx="4434998" cy="356518"/>
          </a:xfrm>
          <a:prstGeom prst="rect">
            <a:avLst/>
          </a:prstGeom>
        </p:spPr>
        <p:txBody>
          <a:bodyPr vert="horz" lIns="94660" tIns="47330" rIns="94660" bIns="47330" rtlCol="0"/>
          <a:lstStyle>
            <a:lvl1pPr algn="l">
              <a:defRPr sz="1300"/>
            </a:lvl1pPr>
          </a:lstStyle>
          <a:p>
            <a:endParaRPr kumimoji="1" lang="ja-JP" altLang="en-US" dirty="0"/>
          </a:p>
        </p:txBody>
      </p:sp>
      <p:sp>
        <p:nvSpPr>
          <p:cNvPr id="3" name="日付プレースホルダー 2"/>
          <p:cNvSpPr>
            <a:spLocks noGrp="1"/>
          </p:cNvSpPr>
          <p:nvPr>
            <p:ph type="dt" idx="1"/>
          </p:nvPr>
        </p:nvSpPr>
        <p:spPr>
          <a:xfrm>
            <a:off x="5797841" y="2"/>
            <a:ext cx="4434998" cy="356518"/>
          </a:xfrm>
          <a:prstGeom prst="rect">
            <a:avLst/>
          </a:prstGeom>
        </p:spPr>
        <p:txBody>
          <a:bodyPr vert="horz" lIns="94660" tIns="47330" rIns="94660" bIns="47330" rtlCol="0"/>
          <a:lstStyle>
            <a:lvl1pPr algn="r">
              <a:defRPr sz="1300"/>
            </a:lvl1pPr>
          </a:lstStyle>
          <a:p>
            <a:fld id="{5C5FCEE9-5451-724E-8226-661F248CEFD0}" type="datetimeFigureOut">
              <a:rPr kumimoji="1" lang="ja-JP" altLang="en-US" smtClean="0"/>
              <a:pPr/>
              <a:t>2026/1/16</a:t>
            </a:fld>
            <a:endParaRPr kumimoji="1" lang="ja-JP" altLang="en-US" dirty="0"/>
          </a:p>
        </p:txBody>
      </p:sp>
      <p:sp>
        <p:nvSpPr>
          <p:cNvPr id="4" name="スライド イメージ プレースホルダー 3"/>
          <p:cNvSpPr>
            <a:spLocks noGrp="1" noRot="1" noChangeAspect="1"/>
          </p:cNvSpPr>
          <p:nvPr>
            <p:ph type="sldImg" idx="2"/>
          </p:nvPr>
        </p:nvSpPr>
        <p:spPr>
          <a:xfrm>
            <a:off x="2987675" y="887413"/>
            <a:ext cx="4259263" cy="2397125"/>
          </a:xfrm>
          <a:prstGeom prst="rect">
            <a:avLst/>
          </a:prstGeom>
          <a:noFill/>
          <a:ln w="12700">
            <a:solidFill>
              <a:prstClr val="black"/>
            </a:solidFill>
          </a:ln>
        </p:spPr>
        <p:txBody>
          <a:bodyPr vert="horz" lIns="94660" tIns="47330" rIns="94660" bIns="47330" rtlCol="0" anchor="ctr"/>
          <a:lstStyle/>
          <a:p>
            <a:endParaRPr lang="ja-JP" altLang="en-US" dirty="0"/>
          </a:p>
        </p:txBody>
      </p:sp>
      <p:sp>
        <p:nvSpPr>
          <p:cNvPr id="5" name="ノート プレースホルダー 4"/>
          <p:cNvSpPr>
            <a:spLocks noGrp="1"/>
          </p:cNvSpPr>
          <p:nvPr>
            <p:ph type="body" sz="quarter" idx="3"/>
          </p:nvPr>
        </p:nvSpPr>
        <p:spPr>
          <a:xfrm>
            <a:off x="1023462" y="3418957"/>
            <a:ext cx="8187690" cy="2797923"/>
          </a:xfrm>
          <a:prstGeom prst="rect">
            <a:avLst/>
          </a:prstGeom>
        </p:spPr>
        <p:txBody>
          <a:bodyPr vert="horz" lIns="94660" tIns="47330" rIns="94660" bIns="4733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6747548"/>
            <a:ext cx="4434998" cy="356517"/>
          </a:xfrm>
          <a:prstGeom prst="rect">
            <a:avLst/>
          </a:prstGeom>
        </p:spPr>
        <p:txBody>
          <a:bodyPr vert="horz" lIns="94660" tIns="47330" rIns="94660" bIns="47330" rtlCol="0" anchor="b"/>
          <a:lstStyle>
            <a:lvl1pPr algn="l">
              <a:defRPr sz="1300"/>
            </a:lvl1pPr>
          </a:lstStyle>
          <a:p>
            <a:endParaRPr kumimoji="1" lang="ja-JP" altLang="en-US" dirty="0"/>
          </a:p>
        </p:txBody>
      </p:sp>
      <p:sp>
        <p:nvSpPr>
          <p:cNvPr id="7" name="スライド番号プレースホルダー 6"/>
          <p:cNvSpPr>
            <a:spLocks noGrp="1"/>
          </p:cNvSpPr>
          <p:nvPr>
            <p:ph type="sldNum" sz="quarter" idx="5"/>
          </p:nvPr>
        </p:nvSpPr>
        <p:spPr>
          <a:xfrm>
            <a:off x="5797841" y="6747548"/>
            <a:ext cx="4434998" cy="356517"/>
          </a:xfrm>
          <a:prstGeom prst="rect">
            <a:avLst/>
          </a:prstGeom>
        </p:spPr>
        <p:txBody>
          <a:bodyPr vert="horz" lIns="94660" tIns="47330" rIns="94660" bIns="47330" rtlCol="0" anchor="b"/>
          <a:lstStyle>
            <a:lvl1pPr algn="r">
              <a:defRPr sz="1300"/>
            </a:lvl1pPr>
          </a:lstStyle>
          <a:p>
            <a:fld id="{B66F3448-3337-A740-B29C-9F6778ED4FC7}" type="slidenum">
              <a:rPr kumimoji="1" lang="ja-JP" altLang="en-US" smtClean="0"/>
              <a:pPr/>
              <a:t>‹#›</a:t>
            </a:fld>
            <a:endParaRPr kumimoji="1" lang="ja-JP" altLang="en-US" dirty="0"/>
          </a:p>
        </p:txBody>
      </p:sp>
    </p:spTree>
    <p:extLst>
      <p:ext uri="{BB962C8B-B14F-4D97-AF65-F5344CB8AC3E}">
        <p14:creationId xmlns:p14="http://schemas.microsoft.com/office/powerpoint/2010/main" val="833024318"/>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B66F3448-3337-A740-B29C-9F6778ED4FC7}" type="slidenum">
              <a:rPr kumimoji="1" lang="ja-JP" altLang="en-US" smtClean="0"/>
              <a:pPr/>
              <a:t>1</a:t>
            </a:fld>
            <a:endParaRPr kumimoji="1" lang="ja-JP" altLang="en-US" dirty="0"/>
          </a:p>
        </p:txBody>
      </p:sp>
    </p:spTree>
    <p:extLst>
      <p:ext uri="{BB962C8B-B14F-4D97-AF65-F5344CB8AC3E}">
        <p14:creationId xmlns:p14="http://schemas.microsoft.com/office/powerpoint/2010/main" val="28475013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2987675" y="887413"/>
            <a:ext cx="4259263" cy="2397125"/>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B66F3448-3337-A740-B29C-9F6778ED4FC7}" type="slidenum">
              <a:rPr kumimoji="1" lang="ja-JP" altLang="en-US" smtClean="0"/>
              <a:pPr/>
              <a:t>7</a:t>
            </a:fld>
            <a:endParaRPr kumimoji="1" lang="ja-JP" altLang="en-US" dirty="0"/>
          </a:p>
        </p:txBody>
      </p:sp>
    </p:spTree>
    <p:extLst>
      <p:ext uri="{BB962C8B-B14F-4D97-AF65-F5344CB8AC3E}">
        <p14:creationId xmlns:p14="http://schemas.microsoft.com/office/powerpoint/2010/main" val="279415164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pic>
        <p:nvPicPr>
          <p:cNvPr id="7" name="図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7775" y="2"/>
            <a:ext cx="12894520" cy="5028935"/>
          </a:xfrm>
          <a:prstGeom prst="rect">
            <a:avLst/>
          </a:prstGeom>
        </p:spPr>
      </p:pic>
      <p:sp>
        <p:nvSpPr>
          <p:cNvPr id="2" name="タイトル 1"/>
          <p:cNvSpPr>
            <a:spLocks noGrp="1"/>
          </p:cNvSpPr>
          <p:nvPr>
            <p:ph type="ctrTitle"/>
          </p:nvPr>
        </p:nvSpPr>
        <p:spPr>
          <a:xfrm>
            <a:off x="915233" y="453916"/>
            <a:ext cx="9152335" cy="2389811"/>
          </a:xfrm>
        </p:spPr>
        <p:txBody>
          <a:bodyPr anchor="b">
            <a:normAutofit/>
          </a:bodyPr>
          <a:lstStyle>
            <a:lvl1pPr algn="ctr">
              <a:defRPr sz="3603">
                <a:solidFill>
                  <a:schemeClr val="bg1"/>
                </a:solidFill>
              </a:defRPr>
            </a:lvl1pPr>
          </a:lstStyle>
          <a:p>
            <a:r>
              <a:rPr kumimoji="1" lang="ja-JP" altLang="en-US"/>
              <a:t>マスター タイトルの書式設定</a:t>
            </a:r>
            <a:endParaRPr kumimoji="1" lang="ja-JP" altLang="en-US" dirty="0"/>
          </a:p>
        </p:txBody>
      </p:sp>
      <p:sp>
        <p:nvSpPr>
          <p:cNvPr id="3" name="サブタイトル 2"/>
          <p:cNvSpPr>
            <a:spLocks noGrp="1"/>
          </p:cNvSpPr>
          <p:nvPr>
            <p:ph type="subTitle" idx="1"/>
          </p:nvPr>
        </p:nvSpPr>
        <p:spPr>
          <a:xfrm>
            <a:off x="915233" y="3554526"/>
            <a:ext cx="9152335" cy="1657295"/>
          </a:xfrm>
        </p:spPr>
        <p:txBody>
          <a:bodyPr/>
          <a:lstStyle>
            <a:lvl1pPr marL="0" indent="0" algn="ctr">
              <a:buNone/>
              <a:defRPr sz="2402">
                <a:solidFill>
                  <a:schemeClr val="bg1"/>
                </a:solidFill>
              </a:defRPr>
            </a:lvl1pPr>
            <a:lvl2pPr marL="457611" indent="0" algn="ctr">
              <a:buNone/>
              <a:defRPr sz="2002"/>
            </a:lvl2pPr>
            <a:lvl3pPr marL="915223" indent="0" algn="ctr">
              <a:buNone/>
              <a:defRPr sz="1802"/>
            </a:lvl3pPr>
            <a:lvl4pPr marL="1372834" indent="0" algn="ctr">
              <a:buNone/>
              <a:defRPr sz="1601"/>
            </a:lvl4pPr>
            <a:lvl5pPr marL="1830446" indent="0" algn="ctr">
              <a:buNone/>
              <a:defRPr sz="1601"/>
            </a:lvl5pPr>
            <a:lvl6pPr marL="2288057" indent="0" algn="ctr">
              <a:buNone/>
              <a:defRPr sz="1601"/>
            </a:lvl6pPr>
            <a:lvl7pPr marL="2745669" indent="0" algn="ctr">
              <a:buNone/>
              <a:defRPr sz="1601"/>
            </a:lvl7pPr>
            <a:lvl8pPr marL="3203280" indent="0" algn="ctr">
              <a:buNone/>
              <a:defRPr sz="1601"/>
            </a:lvl8pPr>
            <a:lvl9pPr marL="3660892" indent="0" algn="ctr">
              <a:buNone/>
              <a:defRPr sz="1601"/>
            </a:lvl9pPr>
          </a:lstStyle>
          <a:p>
            <a:r>
              <a:rPr kumimoji="1" lang="ja-JP" altLang="en-US"/>
              <a:t>マスター サブタイトルの書式設定</a:t>
            </a:r>
          </a:p>
        </p:txBody>
      </p:sp>
      <p:sp>
        <p:nvSpPr>
          <p:cNvPr id="5" name="フッター プレースホルダー 4"/>
          <p:cNvSpPr>
            <a:spLocks noGrp="1"/>
          </p:cNvSpPr>
          <p:nvPr>
            <p:ph type="ftr" sz="quarter" idx="11"/>
          </p:nvPr>
        </p:nvSpPr>
        <p:spPr/>
        <p:txBody>
          <a:bodyPr/>
          <a:lstStyle/>
          <a:p>
            <a:r>
              <a:rPr kumimoji="1" lang="ja-JP" altLang="en-US"/>
              <a:t>システム・ソフトウェア設計ツール　</a:t>
            </a:r>
            <a:r>
              <a:rPr kumimoji="1" lang="en-US" altLang="ja-JP" dirty="0"/>
              <a:t>Next Design </a:t>
            </a:r>
            <a:r>
              <a:rPr kumimoji="1" lang="ja-JP" altLang="en-US"/>
              <a:t>ツール紹介ウェビナー　／　株式会社デンソークリエイト </a:t>
            </a:r>
            <a:r>
              <a:rPr kumimoji="1" lang="en-US" altLang="ja-JP" dirty="0"/>
              <a:t>@ DENSO CREATE ALL RIGHTS RESERVED</a:t>
            </a:r>
            <a:endParaRPr kumimoji="1" lang="ja-JP" altLang="en-US"/>
          </a:p>
        </p:txBody>
      </p:sp>
      <p:sp>
        <p:nvSpPr>
          <p:cNvPr id="6" name="スライド番号プレースホルダー 5"/>
          <p:cNvSpPr>
            <a:spLocks noGrp="1"/>
          </p:cNvSpPr>
          <p:nvPr>
            <p:ph type="sldNum" sz="quarter" idx="12"/>
          </p:nvPr>
        </p:nvSpPr>
        <p:spPr/>
        <p:txBody>
          <a:bodyPr/>
          <a:lstStyle/>
          <a:p>
            <a:fld id="{80F554CA-2BEA-3E4B-997B-FC51848F792A}" type="slidenum">
              <a:rPr lang="ja-JP" altLang="en-US" smtClean="0"/>
              <a:pPr/>
              <a:t>‹#›</a:t>
            </a:fld>
            <a:r>
              <a:rPr lang="en-US" altLang="ja-JP" dirty="0"/>
              <a:t>/46</a:t>
            </a:r>
            <a:r>
              <a:rPr lang="en-US" altLang="ja-JP" dirty="0">
                <a:ea typeface="Verdana" panose="020B0604030504040204" pitchFamily="34" charset="0"/>
              </a:rPr>
              <a:t> </a:t>
            </a:r>
            <a:endParaRPr lang="ja-JP" altLang="en-US" dirty="0"/>
          </a:p>
        </p:txBody>
      </p:sp>
      <p:sp>
        <p:nvSpPr>
          <p:cNvPr id="10" name="正方形/長方形 9"/>
          <p:cNvSpPr/>
          <p:nvPr/>
        </p:nvSpPr>
        <p:spPr>
          <a:xfrm>
            <a:off x="25401" y="6106098"/>
            <a:ext cx="12177691" cy="7552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2"/>
          </a:p>
        </p:txBody>
      </p:sp>
      <p:pic>
        <p:nvPicPr>
          <p:cNvPr id="8" name="図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311660" y="5837950"/>
            <a:ext cx="3078415" cy="1094443"/>
          </a:xfrm>
          <a:prstGeom prst="rect">
            <a:avLst/>
          </a:prstGeom>
        </p:spPr>
      </p:pic>
    </p:spTree>
    <p:extLst>
      <p:ext uri="{BB962C8B-B14F-4D97-AF65-F5344CB8AC3E}">
        <p14:creationId xmlns:p14="http://schemas.microsoft.com/office/powerpoint/2010/main" val="35394404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スライド番号プレースホルダー 5"/>
          <p:cNvSpPr>
            <a:spLocks noGrp="1"/>
          </p:cNvSpPr>
          <p:nvPr>
            <p:ph type="sldNum" sz="quarter" idx="12"/>
          </p:nvPr>
        </p:nvSpPr>
        <p:spPr/>
        <p:txBody>
          <a:bodyPr/>
          <a:lstStyle/>
          <a:p>
            <a:fld id="{80F554CA-2BEA-3E4B-997B-FC51848F792A}" type="slidenum">
              <a:rPr lang="ja-JP" altLang="en-US" smtClean="0"/>
              <a:pPr/>
              <a:t>‹#›</a:t>
            </a:fld>
            <a:r>
              <a:rPr lang="en-US" altLang="ja-JP" dirty="0">
                <a:ea typeface="Verdana" panose="020B0604030504040204" pitchFamily="34" charset="0"/>
              </a:rPr>
              <a:t> </a:t>
            </a:r>
            <a:endParaRPr lang="ja-JP" altLang="en-US" dirty="0"/>
          </a:p>
        </p:txBody>
      </p:sp>
      <p:sp>
        <p:nvSpPr>
          <p:cNvPr id="8" name="フッター プレースホルダー 4"/>
          <p:cNvSpPr>
            <a:spLocks noGrp="1"/>
          </p:cNvSpPr>
          <p:nvPr>
            <p:ph type="ftr" sz="quarter" idx="3"/>
          </p:nvPr>
        </p:nvSpPr>
        <p:spPr>
          <a:xfrm>
            <a:off x="1821991" y="6362236"/>
            <a:ext cx="6338841" cy="365463"/>
          </a:xfrm>
          <a:prstGeom prst="rect">
            <a:avLst/>
          </a:prstGeom>
        </p:spPr>
        <p:txBody>
          <a:bodyPr vert="horz" lIns="91440" tIns="45720" rIns="91440" bIns="45720" rtlCol="0" anchor="ctr"/>
          <a:lstStyle>
            <a:lvl1pPr algn="l">
              <a:defRPr sz="1000">
                <a:solidFill>
                  <a:srgbClr val="A7BAC9"/>
                </a:solidFill>
              </a:defRPr>
            </a:lvl1pPr>
          </a:lstStyle>
          <a:p>
            <a:r>
              <a:rPr lang="ja-JP" altLang="en-US" sz="1000" dirty="0"/>
              <a:t>設計成果デジタル化の軽量運用企画</a:t>
            </a:r>
            <a:r>
              <a:rPr lang="ja-JP" altLang="en-US" dirty="0"/>
              <a:t>　／　株式会社デンソークリエイト</a:t>
            </a:r>
            <a:endParaRPr lang="en-US" altLang="ja-JP" dirty="0"/>
          </a:p>
          <a:p>
            <a:r>
              <a:rPr lang="en-US" altLang="ja-JP" sz="1050" dirty="0"/>
              <a:t>@ DENSO CREATE INC. ALL RIGHTS RESERVED</a:t>
            </a:r>
            <a:endParaRPr lang="ja-JP" altLang="en-US" sz="1050" dirty="0"/>
          </a:p>
        </p:txBody>
      </p:sp>
    </p:spTree>
    <p:extLst>
      <p:ext uri="{BB962C8B-B14F-4D97-AF65-F5344CB8AC3E}">
        <p14:creationId xmlns:p14="http://schemas.microsoft.com/office/powerpoint/2010/main" val="6979828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832608" y="1711322"/>
            <a:ext cx="10525185" cy="2855378"/>
          </a:xfrm>
        </p:spPr>
        <p:txBody>
          <a:bodyPr anchor="b"/>
          <a:lstStyle>
            <a:lvl1pPr>
              <a:defRPr sz="6005"/>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832608" y="4593713"/>
            <a:ext cx="10525185" cy="1501576"/>
          </a:xfrm>
        </p:spPr>
        <p:txBody>
          <a:bodyPr/>
          <a:lstStyle>
            <a:lvl1pPr marL="0" indent="0">
              <a:buNone/>
              <a:defRPr sz="2402">
                <a:solidFill>
                  <a:schemeClr val="tx1">
                    <a:tint val="75000"/>
                  </a:schemeClr>
                </a:solidFill>
              </a:defRPr>
            </a:lvl1pPr>
            <a:lvl2pPr marL="457611" indent="0">
              <a:buNone/>
              <a:defRPr sz="2002">
                <a:solidFill>
                  <a:schemeClr val="tx1">
                    <a:tint val="75000"/>
                  </a:schemeClr>
                </a:solidFill>
              </a:defRPr>
            </a:lvl2pPr>
            <a:lvl3pPr marL="915223" indent="0">
              <a:buNone/>
              <a:defRPr sz="1802">
                <a:solidFill>
                  <a:schemeClr val="tx1">
                    <a:tint val="75000"/>
                  </a:schemeClr>
                </a:solidFill>
              </a:defRPr>
            </a:lvl3pPr>
            <a:lvl4pPr marL="1372834" indent="0">
              <a:buNone/>
              <a:defRPr sz="1601">
                <a:solidFill>
                  <a:schemeClr val="tx1">
                    <a:tint val="75000"/>
                  </a:schemeClr>
                </a:solidFill>
              </a:defRPr>
            </a:lvl4pPr>
            <a:lvl5pPr marL="1830446" indent="0">
              <a:buNone/>
              <a:defRPr sz="1601">
                <a:solidFill>
                  <a:schemeClr val="tx1">
                    <a:tint val="75000"/>
                  </a:schemeClr>
                </a:solidFill>
              </a:defRPr>
            </a:lvl5pPr>
            <a:lvl6pPr marL="2288057" indent="0">
              <a:buNone/>
              <a:defRPr sz="1601">
                <a:solidFill>
                  <a:schemeClr val="tx1">
                    <a:tint val="75000"/>
                  </a:schemeClr>
                </a:solidFill>
              </a:defRPr>
            </a:lvl6pPr>
            <a:lvl7pPr marL="2745669" indent="0">
              <a:buNone/>
              <a:defRPr sz="1601">
                <a:solidFill>
                  <a:schemeClr val="tx1">
                    <a:tint val="75000"/>
                  </a:schemeClr>
                </a:solidFill>
              </a:defRPr>
            </a:lvl7pPr>
            <a:lvl8pPr marL="3203280" indent="0">
              <a:buNone/>
              <a:defRPr sz="1601">
                <a:solidFill>
                  <a:schemeClr val="tx1">
                    <a:tint val="75000"/>
                  </a:schemeClr>
                </a:solidFill>
              </a:defRPr>
            </a:lvl8pPr>
            <a:lvl9pPr marL="3660892" indent="0">
              <a:buNone/>
              <a:defRPr sz="1601">
                <a:solidFill>
                  <a:schemeClr val="tx1">
                    <a:tint val="75000"/>
                  </a:schemeClr>
                </a:solidFill>
              </a:defRPr>
            </a:lvl9pPr>
          </a:lstStyle>
          <a:p>
            <a:pPr lvl="0"/>
            <a:r>
              <a:rPr kumimoji="1" lang="ja-JP" altLang="en-US"/>
              <a:t>マスター テキストの書式設定</a:t>
            </a:r>
          </a:p>
        </p:txBody>
      </p:sp>
      <p:sp>
        <p:nvSpPr>
          <p:cNvPr id="6" name="スライド番号プレースホルダー 5"/>
          <p:cNvSpPr>
            <a:spLocks noGrp="1"/>
          </p:cNvSpPr>
          <p:nvPr>
            <p:ph type="sldNum" sz="quarter" idx="12"/>
          </p:nvPr>
        </p:nvSpPr>
        <p:spPr/>
        <p:txBody>
          <a:bodyPr/>
          <a:lstStyle/>
          <a:p>
            <a:fld id="{80F554CA-2BEA-3E4B-997B-FC51848F792A}" type="slidenum">
              <a:rPr lang="ja-JP" altLang="en-US" smtClean="0"/>
              <a:pPr/>
              <a:t>‹#›</a:t>
            </a:fld>
            <a:r>
              <a:rPr lang="en-US" altLang="ja-JP" dirty="0">
                <a:ea typeface="Verdana" panose="020B0604030504040204" pitchFamily="34" charset="0"/>
              </a:rPr>
              <a:t> </a:t>
            </a:r>
            <a:endParaRPr lang="ja-JP" altLang="en-US" dirty="0"/>
          </a:p>
        </p:txBody>
      </p:sp>
      <p:sp>
        <p:nvSpPr>
          <p:cNvPr id="7" name="フッター プレースホルダー 4"/>
          <p:cNvSpPr>
            <a:spLocks noGrp="1"/>
          </p:cNvSpPr>
          <p:nvPr>
            <p:ph type="ftr" sz="quarter" idx="3"/>
          </p:nvPr>
        </p:nvSpPr>
        <p:spPr>
          <a:xfrm>
            <a:off x="1821991" y="6362236"/>
            <a:ext cx="6338841" cy="365463"/>
          </a:xfrm>
          <a:prstGeom prst="rect">
            <a:avLst/>
          </a:prstGeom>
        </p:spPr>
        <p:txBody>
          <a:bodyPr vert="horz" lIns="91440" tIns="45720" rIns="91440" bIns="45720" rtlCol="0" anchor="ctr"/>
          <a:lstStyle>
            <a:lvl1pPr algn="l">
              <a:defRPr sz="1000">
                <a:solidFill>
                  <a:srgbClr val="A7BAC9"/>
                </a:solidFill>
              </a:defRPr>
            </a:lvl1pPr>
          </a:lstStyle>
          <a:p>
            <a:r>
              <a:rPr lang="ja-JP" altLang="en-US" sz="1000" dirty="0"/>
              <a:t>設計成果デジタル化の軽量運用企画</a:t>
            </a:r>
            <a:r>
              <a:rPr lang="ja-JP" altLang="en-US" dirty="0"/>
              <a:t>／　株式会社デンソークリエイト</a:t>
            </a:r>
            <a:endParaRPr lang="en-US" altLang="ja-JP" dirty="0"/>
          </a:p>
          <a:p>
            <a:r>
              <a:rPr lang="en-US" altLang="ja-JP" sz="1050" dirty="0"/>
              <a:t>@ DENSO CREATE INC. ALL RIGHTS RESERVED</a:t>
            </a:r>
            <a:endParaRPr lang="ja-JP" altLang="en-US" sz="1050" dirty="0"/>
          </a:p>
        </p:txBody>
      </p:sp>
    </p:spTree>
    <p:extLst>
      <p:ext uri="{BB962C8B-B14F-4D97-AF65-F5344CB8AC3E}">
        <p14:creationId xmlns:p14="http://schemas.microsoft.com/office/powerpoint/2010/main" val="24028453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lvl1pPr>
              <a:defRPr/>
            </a:lvl1pPr>
          </a:lstStyle>
          <a:p>
            <a:r>
              <a:rPr kumimoji="1" lang="ja-JP" altLang="en-US" dirty="0"/>
              <a:t> マスター タイトルの書式設定</a:t>
            </a:r>
          </a:p>
        </p:txBody>
      </p:sp>
      <p:sp>
        <p:nvSpPr>
          <p:cNvPr id="3" name="コンテンツ プレースホルダー 2"/>
          <p:cNvSpPr>
            <a:spLocks noGrp="1"/>
          </p:cNvSpPr>
          <p:nvPr>
            <p:ph sz="half" idx="1"/>
          </p:nvPr>
        </p:nvSpPr>
        <p:spPr>
          <a:xfrm>
            <a:off x="838964" y="1827315"/>
            <a:ext cx="5186323" cy="4355367"/>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p:cNvSpPr>
            <a:spLocks noGrp="1"/>
          </p:cNvSpPr>
          <p:nvPr>
            <p:ph sz="half" idx="2"/>
          </p:nvPr>
        </p:nvSpPr>
        <p:spPr>
          <a:xfrm>
            <a:off x="6177826" y="1827315"/>
            <a:ext cx="5186323" cy="4355367"/>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スライド番号プレースホルダー 6"/>
          <p:cNvSpPr>
            <a:spLocks noGrp="1"/>
          </p:cNvSpPr>
          <p:nvPr>
            <p:ph type="sldNum" sz="quarter" idx="12"/>
          </p:nvPr>
        </p:nvSpPr>
        <p:spPr/>
        <p:txBody>
          <a:bodyPr/>
          <a:lstStyle/>
          <a:p>
            <a:fld id="{80F554CA-2BEA-3E4B-997B-FC51848F792A}" type="slidenum">
              <a:rPr lang="ja-JP" altLang="en-US" smtClean="0"/>
              <a:pPr/>
              <a:t>‹#›</a:t>
            </a:fld>
            <a:r>
              <a:rPr lang="en-US" altLang="ja-JP" dirty="0">
                <a:ea typeface="Verdana" panose="020B0604030504040204" pitchFamily="34" charset="0"/>
              </a:rPr>
              <a:t> </a:t>
            </a:r>
            <a:endParaRPr lang="ja-JP" altLang="en-US" dirty="0"/>
          </a:p>
        </p:txBody>
      </p:sp>
      <p:sp>
        <p:nvSpPr>
          <p:cNvPr id="8" name="フッター プレースホルダー 4"/>
          <p:cNvSpPr>
            <a:spLocks noGrp="1"/>
          </p:cNvSpPr>
          <p:nvPr>
            <p:ph type="ftr" sz="quarter" idx="3"/>
          </p:nvPr>
        </p:nvSpPr>
        <p:spPr>
          <a:xfrm>
            <a:off x="1821991" y="6362236"/>
            <a:ext cx="6338841" cy="365463"/>
          </a:xfrm>
          <a:prstGeom prst="rect">
            <a:avLst/>
          </a:prstGeom>
        </p:spPr>
        <p:txBody>
          <a:bodyPr vert="horz" lIns="91440" tIns="45720" rIns="91440" bIns="45720" rtlCol="0" anchor="ctr"/>
          <a:lstStyle>
            <a:lvl1pPr algn="l">
              <a:defRPr sz="1000">
                <a:solidFill>
                  <a:srgbClr val="A7BAC9"/>
                </a:solidFill>
              </a:defRPr>
            </a:lvl1pPr>
          </a:lstStyle>
          <a:p>
            <a:r>
              <a:rPr lang="ja-JP" altLang="en-US" sz="1000" dirty="0"/>
              <a:t>設計成果デジタル化の軽量運用企画</a:t>
            </a:r>
            <a:r>
              <a:rPr lang="ja-JP" altLang="en-US" dirty="0"/>
              <a:t>／　株式会社デンソークリエイト</a:t>
            </a:r>
            <a:endParaRPr lang="en-US" altLang="ja-JP" dirty="0"/>
          </a:p>
          <a:p>
            <a:r>
              <a:rPr lang="en-US" altLang="ja-JP" sz="1050" dirty="0"/>
              <a:t>@ DENSO CREATE INC. ALL RIGHTS RESERVED</a:t>
            </a:r>
            <a:endParaRPr lang="ja-JP" altLang="en-US" sz="1050" dirty="0"/>
          </a:p>
        </p:txBody>
      </p:sp>
    </p:spTree>
    <p:extLst>
      <p:ext uri="{BB962C8B-B14F-4D97-AF65-F5344CB8AC3E}">
        <p14:creationId xmlns:p14="http://schemas.microsoft.com/office/powerpoint/2010/main" val="21902949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840553" y="365464"/>
            <a:ext cx="10525185" cy="1326790"/>
          </a:xfrm>
        </p:spPr>
        <p:txBody>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40554" y="1682720"/>
            <a:ext cx="5162488" cy="824675"/>
          </a:xfrm>
        </p:spPr>
        <p:txBody>
          <a:bodyPr anchor="b"/>
          <a:lstStyle>
            <a:lvl1pPr marL="0" indent="0">
              <a:buNone/>
              <a:defRPr sz="2402" b="1"/>
            </a:lvl1pPr>
            <a:lvl2pPr marL="457611" indent="0">
              <a:buNone/>
              <a:defRPr sz="2002" b="1"/>
            </a:lvl2pPr>
            <a:lvl3pPr marL="915223" indent="0">
              <a:buNone/>
              <a:defRPr sz="1802" b="1"/>
            </a:lvl3pPr>
            <a:lvl4pPr marL="1372834" indent="0">
              <a:buNone/>
              <a:defRPr sz="1601" b="1"/>
            </a:lvl4pPr>
            <a:lvl5pPr marL="1830446" indent="0">
              <a:buNone/>
              <a:defRPr sz="1601" b="1"/>
            </a:lvl5pPr>
            <a:lvl6pPr marL="2288057" indent="0">
              <a:buNone/>
              <a:defRPr sz="1601" b="1"/>
            </a:lvl6pPr>
            <a:lvl7pPr marL="2745669" indent="0">
              <a:buNone/>
              <a:defRPr sz="1601" b="1"/>
            </a:lvl7pPr>
            <a:lvl8pPr marL="3203280" indent="0">
              <a:buNone/>
              <a:defRPr sz="1601" b="1"/>
            </a:lvl8pPr>
            <a:lvl9pPr marL="3660892" indent="0">
              <a:buNone/>
              <a:defRPr sz="1601" b="1"/>
            </a:lvl9pPr>
          </a:lstStyle>
          <a:p>
            <a:pPr lvl="0"/>
            <a:r>
              <a:rPr kumimoji="1" lang="ja-JP" altLang="en-US"/>
              <a:t>マスター テキストの書式設定</a:t>
            </a:r>
          </a:p>
        </p:txBody>
      </p:sp>
      <p:sp>
        <p:nvSpPr>
          <p:cNvPr id="4" name="コンテンツ プレースホルダー 3"/>
          <p:cNvSpPr>
            <a:spLocks noGrp="1"/>
          </p:cNvSpPr>
          <p:nvPr>
            <p:ph sz="half" idx="2"/>
          </p:nvPr>
        </p:nvSpPr>
        <p:spPr>
          <a:xfrm>
            <a:off x="840554" y="2507394"/>
            <a:ext cx="5162488" cy="3688000"/>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p:cNvSpPr>
            <a:spLocks noGrp="1"/>
          </p:cNvSpPr>
          <p:nvPr>
            <p:ph type="body" sz="quarter" idx="3"/>
          </p:nvPr>
        </p:nvSpPr>
        <p:spPr>
          <a:xfrm>
            <a:off x="6177826" y="1682720"/>
            <a:ext cx="5187912" cy="824675"/>
          </a:xfrm>
        </p:spPr>
        <p:txBody>
          <a:bodyPr anchor="b"/>
          <a:lstStyle>
            <a:lvl1pPr marL="0" indent="0">
              <a:buNone/>
              <a:defRPr sz="2402" b="1"/>
            </a:lvl1pPr>
            <a:lvl2pPr marL="457611" indent="0">
              <a:buNone/>
              <a:defRPr sz="2002" b="1"/>
            </a:lvl2pPr>
            <a:lvl3pPr marL="915223" indent="0">
              <a:buNone/>
              <a:defRPr sz="1802" b="1"/>
            </a:lvl3pPr>
            <a:lvl4pPr marL="1372834" indent="0">
              <a:buNone/>
              <a:defRPr sz="1601" b="1"/>
            </a:lvl4pPr>
            <a:lvl5pPr marL="1830446" indent="0">
              <a:buNone/>
              <a:defRPr sz="1601" b="1"/>
            </a:lvl5pPr>
            <a:lvl6pPr marL="2288057" indent="0">
              <a:buNone/>
              <a:defRPr sz="1601" b="1"/>
            </a:lvl6pPr>
            <a:lvl7pPr marL="2745669" indent="0">
              <a:buNone/>
              <a:defRPr sz="1601" b="1"/>
            </a:lvl7pPr>
            <a:lvl8pPr marL="3203280" indent="0">
              <a:buNone/>
              <a:defRPr sz="1601" b="1"/>
            </a:lvl8pPr>
            <a:lvl9pPr marL="3660892" indent="0">
              <a:buNone/>
              <a:defRPr sz="1601" b="1"/>
            </a:lvl9pPr>
          </a:lstStyle>
          <a:p>
            <a:pPr lvl="0"/>
            <a:r>
              <a:rPr kumimoji="1" lang="ja-JP" altLang="en-US"/>
              <a:t>マスター テキストの書式設定</a:t>
            </a:r>
          </a:p>
        </p:txBody>
      </p:sp>
      <p:sp>
        <p:nvSpPr>
          <p:cNvPr id="6" name="コンテンツ プレースホルダー 5"/>
          <p:cNvSpPr>
            <a:spLocks noGrp="1"/>
          </p:cNvSpPr>
          <p:nvPr>
            <p:ph sz="quarter" idx="4"/>
          </p:nvPr>
        </p:nvSpPr>
        <p:spPr>
          <a:xfrm>
            <a:off x="6177826" y="2507394"/>
            <a:ext cx="5187912" cy="3688000"/>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9" name="スライド番号プレースホルダー 8"/>
          <p:cNvSpPr>
            <a:spLocks noGrp="1"/>
          </p:cNvSpPr>
          <p:nvPr>
            <p:ph type="sldNum" sz="quarter" idx="12"/>
          </p:nvPr>
        </p:nvSpPr>
        <p:spPr/>
        <p:txBody>
          <a:bodyPr/>
          <a:lstStyle/>
          <a:p>
            <a:fld id="{80F554CA-2BEA-3E4B-997B-FC51848F792A}" type="slidenum">
              <a:rPr lang="ja-JP" altLang="en-US" smtClean="0"/>
              <a:pPr/>
              <a:t>‹#›</a:t>
            </a:fld>
            <a:r>
              <a:rPr lang="en-US" altLang="ja-JP" dirty="0">
                <a:ea typeface="Verdana" panose="020B0604030504040204" pitchFamily="34" charset="0"/>
              </a:rPr>
              <a:t> </a:t>
            </a:r>
            <a:endParaRPr lang="ja-JP" altLang="en-US" dirty="0"/>
          </a:p>
        </p:txBody>
      </p:sp>
      <p:sp>
        <p:nvSpPr>
          <p:cNvPr id="10" name="フッター プレースホルダー 4"/>
          <p:cNvSpPr>
            <a:spLocks noGrp="1"/>
          </p:cNvSpPr>
          <p:nvPr>
            <p:ph type="ftr" sz="quarter" idx="13"/>
          </p:nvPr>
        </p:nvSpPr>
        <p:spPr>
          <a:xfrm>
            <a:off x="1821991" y="6362236"/>
            <a:ext cx="6338841" cy="365463"/>
          </a:xfrm>
          <a:prstGeom prst="rect">
            <a:avLst/>
          </a:prstGeom>
        </p:spPr>
        <p:txBody>
          <a:bodyPr vert="horz" lIns="91440" tIns="45720" rIns="91440" bIns="45720" rtlCol="0" anchor="ctr"/>
          <a:lstStyle>
            <a:lvl1pPr algn="l">
              <a:defRPr sz="1000">
                <a:solidFill>
                  <a:srgbClr val="A7BAC9"/>
                </a:solidFill>
              </a:defRPr>
            </a:lvl1pPr>
          </a:lstStyle>
          <a:p>
            <a:r>
              <a:rPr lang="ja-JP" altLang="en-US" sz="1000" dirty="0"/>
              <a:t>設計成果デジタル化の軽量運用企画</a:t>
            </a:r>
            <a:r>
              <a:rPr lang="ja-JP" altLang="en-US" dirty="0"/>
              <a:t>／　株式会社デンソークリエイト</a:t>
            </a:r>
            <a:endParaRPr lang="en-US" altLang="ja-JP" dirty="0"/>
          </a:p>
          <a:p>
            <a:r>
              <a:rPr lang="en-US" altLang="ja-JP" sz="1050" dirty="0"/>
              <a:t>@ DENSO CREATE INC. ALL RIGHTS RESERVED</a:t>
            </a:r>
            <a:endParaRPr lang="ja-JP" altLang="en-US" sz="1050" dirty="0"/>
          </a:p>
        </p:txBody>
      </p:sp>
    </p:spTree>
    <p:extLst>
      <p:ext uri="{BB962C8B-B14F-4D97-AF65-F5344CB8AC3E}">
        <p14:creationId xmlns:p14="http://schemas.microsoft.com/office/powerpoint/2010/main" val="16515861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5" name="スライド番号プレースホルダー 4"/>
          <p:cNvSpPr>
            <a:spLocks noGrp="1"/>
          </p:cNvSpPr>
          <p:nvPr>
            <p:ph type="sldNum" sz="quarter" idx="12"/>
          </p:nvPr>
        </p:nvSpPr>
        <p:spPr/>
        <p:txBody>
          <a:bodyPr/>
          <a:lstStyle/>
          <a:p>
            <a:fld id="{80F554CA-2BEA-3E4B-997B-FC51848F792A}" type="slidenum">
              <a:rPr lang="ja-JP" altLang="en-US" smtClean="0"/>
              <a:pPr/>
              <a:t>‹#›</a:t>
            </a:fld>
            <a:r>
              <a:rPr lang="en-US" altLang="ja-JP" dirty="0">
                <a:ea typeface="Verdana" panose="020B0604030504040204" pitchFamily="34" charset="0"/>
              </a:rPr>
              <a:t> </a:t>
            </a:r>
            <a:endParaRPr lang="ja-JP" altLang="en-US" dirty="0"/>
          </a:p>
        </p:txBody>
      </p:sp>
      <p:sp>
        <p:nvSpPr>
          <p:cNvPr id="6" name="フッター プレースホルダー 4"/>
          <p:cNvSpPr>
            <a:spLocks noGrp="1"/>
          </p:cNvSpPr>
          <p:nvPr>
            <p:ph type="ftr" sz="quarter" idx="3"/>
          </p:nvPr>
        </p:nvSpPr>
        <p:spPr>
          <a:xfrm>
            <a:off x="1821991" y="6362236"/>
            <a:ext cx="6338841" cy="365463"/>
          </a:xfrm>
          <a:prstGeom prst="rect">
            <a:avLst/>
          </a:prstGeom>
        </p:spPr>
        <p:txBody>
          <a:bodyPr vert="horz" lIns="91440" tIns="45720" rIns="91440" bIns="45720" rtlCol="0" anchor="ctr"/>
          <a:lstStyle>
            <a:lvl1pPr algn="l">
              <a:defRPr sz="1000">
                <a:solidFill>
                  <a:srgbClr val="A7BAC9"/>
                </a:solidFill>
              </a:defRPr>
            </a:lvl1pPr>
          </a:lstStyle>
          <a:p>
            <a:r>
              <a:rPr lang="ja-JP" altLang="en-US" sz="1000" dirty="0"/>
              <a:t>設計成果デジタル化の軽量運用企画</a:t>
            </a:r>
            <a:r>
              <a:rPr lang="ja-JP" altLang="en-US" dirty="0"/>
              <a:t>／　株式会社デンソークリエイト</a:t>
            </a:r>
            <a:endParaRPr lang="en-US" altLang="ja-JP" dirty="0"/>
          </a:p>
          <a:p>
            <a:r>
              <a:rPr lang="en-US" altLang="ja-JP" sz="1050" dirty="0"/>
              <a:t>@ DENSO CREATE INC. ALL RIGHTS RESERVED</a:t>
            </a:r>
            <a:endParaRPr lang="ja-JP" altLang="en-US" sz="1050" dirty="0"/>
          </a:p>
        </p:txBody>
      </p:sp>
    </p:spTree>
    <p:extLst>
      <p:ext uri="{BB962C8B-B14F-4D97-AF65-F5344CB8AC3E}">
        <p14:creationId xmlns:p14="http://schemas.microsoft.com/office/powerpoint/2010/main" val="32315240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5" name="正方形/長方形 4"/>
          <p:cNvSpPr/>
          <p:nvPr/>
        </p:nvSpPr>
        <p:spPr>
          <a:xfrm>
            <a:off x="25422" y="6092111"/>
            <a:ext cx="12177691" cy="7552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2"/>
          </a:p>
        </p:txBody>
      </p:sp>
      <p:pic>
        <p:nvPicPr>
          <p:cNvPr id="6" name="図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381220" y="2385040"/>
            <a:ext cx="5466093" cy="1943314"/>
          </a:xfrm>
          <a:prstGeom prst="rect">
            <a:avLst/>
          </a:prstGeom>
        </p:spPr>
      </p:pic>
      <p:sp>
        <p:nvSpPr>
          <p:cNvPr id="4" name="正方形/長方形 3"/>
          <p:cNvSpPr/>
          <p:nvPr userDrawn="1"/>
        </p:nvSpPr>
        <p:spPr>
          <a:xfrm>
            <a:off x="0" y="0"/>
            <a:ext cx="12203113" cy="68643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600">
              <a:solidFill>
                <a:schemeClr val="tx1"/>
              </a:solidFill>
            </a:endParaRPr>
          </a:p>
        </p:txBody>
      </p:sp>
    </p:spTree>
    <p:extLst>
      <p:ext uri="{BB962C8B-B14F-4D97-AF65-F5344CB8AC3E}">
        <p14:creationId xmlns:p14="http://schemas.microsoft.com/office/powerpoint/2010/main" val="40007278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アジェンダ">
    <p:spTree>
      <p:nvGrpSpPr>
        <p:cNvPr id="1" name=""/>
        <p:cNvGrpSpPr/>
        <p:nvPr/>
      </p:nvGrpSpPr>
      <p:grpSpPr>
        <a:xfrm>
          <a:off x="0" y="0"/>
          <a:ext cx="0" cy="0"/>
          <a:chOff x="0" y="0"/>
          <a:chExt cx="0" cy="0"/>
        </a:xfrm>
      </p:grpSpPr>
      <p:sp>
        <p:nvSpPr>
          <p:cNvPr id="8" name="タイトル 7"/>
          <p:cNvSpPr>
            <a:spLocks noGrp="1"/>
          </p:cNvSpPr>
          <p:nvPr>
            <p:ph type="title" hasCustomPrompt="1"/>
          </p:nvPr>
        </p:nvSpPr>
        <p:spPr/>
        <p:txBody>
          <a:bodyPr wrap="square" rIns="1440000"/>
          <a:lstStyle>
            <a:lvl1pPr>
              <a:defRPr/>
            </a:lvl1pPr>
          </a:lstStyle>
          <a:p>
            <a:r>
              <a:rPr kumimoji="1" lang="ja-JP" altLang="en-US" dirty="0"/>
              <a:t> マスター タイトルの書式設定</a:t>
            </a:r>
          </a:p>
        </p:txBody>
      </p:sp>
      <p:sp>
        <p:nvSpPr>
          <p:cNvPr id="10" name="テキスト プレースホルダー 9"/>
          <p:cNvSpPr>
            <a:spLocks noGrp="1"/>
          </p:cNvSpPr>
          <p:nvPr>
            <p:ph type="body" sz="quarter" idx="10"/>
          </p:nvPr>
        </p:nvSpPr>
        <p:spPr>
          <a:xfrm>
            <a:off x="3" y="839788"/>
            <a:ext cx="12203112" cy="5038348"/>
          </a:xfrm>
          <a:prstGeom prst="rect">
            <a:avLst/>
          </a:prstGeom>
        </p:spPr>
        <p:txBody>
          <a:bodyPr lIns="36000" tIns="36000" rIns="36000"/>
          <a:lstStyle>
            <a:lvl1pPr marL="1161981" indent="-442887" defTabSz="982605">
              <a:lnSpc>
                <a:spcPct val="100000"/>
              </a:lnSpc>
              <a:spcBef>
                <a:spcPts val="1600"/>
              </a:spcBef>
              <a:spcAft>
                <a:spcPts val="600"/>
              </a:spcAft>
              <a:buFont typeface="+mj-lt"/>
              <a:buAutoNum type="arabicPeriod"/>
              <a:tabLst>
                <a:tab pos="1435015" algn="l"/>
              </a:tabLst>
              <a:defRPr sz="2000" baseline="0">
                <a:latin typeface="Meiryo UI" panose="020B0604030504040204" pitchFamily="50" charset="-128"/>
              </a:defRPr>
            </a:lvl1pPr>
            <a:lvl2pPr marL="1435015" indent="-358754">
              <a:lnSpc>
                <a:spcPct val="100000"/>
              </a:lnSpc>
              <a:spcBef>
                <a:spcPts val="600"/>
              </a:spcBef>
              <a:spcAft>
                <a:spcPts val="0"/>
              </a:spcAft>
              <a:buFont typeface="+mj-lt"/>
              <a:buAutoNum type="alphaLcPeriod"/>
              <a:defRPr sz="1800"/>
            </a:lvl2pPr>
            <a:lvl3pPr marL="1614392" indent="-342880">
              <a:lnSpc>
                <a:spcPct val="100000"/>
              </a:lnSpc>
              <a:spcBef>
                <a:spcPts val="600"/>
              </a:spcBef>
              <a:buFont typeface="+mj-lt"/>
              <a:buAutoNum type="arabicPeriod"/>
              <a:defRPr sz="1600"/>
            </a:lvl3pPr>
            <a:lvl4pPr marL="1777895" indent="-342880">
              <a:lnSpc>
                <a:spcPct val="100000"/>
              </a:lnSpc>
              <a:buFont typeface="Arial" panose="020B0604020202020204" pitchFamily="34" charset="0"/>
              <a:buChar char="•"/>
              <a:defRPr sz="1400"/>
            </a:lvl4pPr>
            <a:lvl5pPr marL="2171572" indent="-342880">
              <a:buFont typeface="+mj-lt"/>
              <a:buAutoNum type="arabicPeriod"/>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2" name="スライド番号プレースホルダー 1"/>
          <p:cNvSpPr>
            <a:spLocks noGrp="1"/>
          </p:cNvSpPr>
          <p:nvPr>
            <p:ph type="sldNum" sz="quarter" idx="11"/>
          </p:nvPr>
        </p:nvSpPr>
        <p:spPr/>
        <p:txBody>
          <a:bodyPr/>
          <a:lstStyle/>
          <a:p>
            <a:fld id="{80F554CA-2BEA-3E4B-997B-FC51848F792A}" type="slidenum">
              <a:rPr lang="ja-JP" altLang="en-US" smtClean="0"/>
              <a:pPr/>
              <a:t>‹#›</a:t>
            </a:fld>
            <a:r>
              <a:rPr lang="en-US" altLang="ja-JP" dirty="0">
                <a:ea typeface="Verdana" panose="020B0604030504040204" pitchFamily="34" charset="0"/>
              </a:rPr>
              <a:t> </a:t>
            </a:r>
            <a:endParaRPr lang="ja-JP" altLang="en-US" dirty="0"/>
          </a:p>
        </p:txBody>
      </p:sp>
      <p:sp>
        <p:nvSpPr>
          <p:cNvPr id="5" name="フッター プレースホルダー 4"/>
          <p:cNvSpPr>
            <a:spLocks noGrp="1"/>
          </p:cNvSpPr>
          <p:nvPr>
            <p:ph type="ftr" sz="quarter" idx="3"/>
          </p:nvPr>
        </p:nvSpPr>
        <p:spPr>
          <a:xfrm>
            <a:off x="1821991" y="6362236"/>
            <a:ext cx="6338841" cy="365463"/>
          </a:xfrm>
          <a:prstGeom prst="rect">
            <a:avLst/>
          </a:prstGeom>
        </p:spPr>
        <p:txBody>
          <a:bodyPr vert="horz" lIns="91440" tIns="45720" rIns="91440" bIns="45720" rtlCol="0" anchor="ctr"/>
          <a:lstStyle>
            <a:lvl1pPr algn="l">
              <a:defRPr sz="1000">
                <a:solidFill>
                  <a:srgbClr val="A7BAC9"/>
                </a:solidFill>
              </a:defRPr>
            </a:lvl1pPr>
          </a:lstStyle>
          <a:p>
            <a:r>
              <a:rPr lang="ja-JP" altLang="en-US" sz="1000" dirty="0"/>
              <a:t>設計成果デジタル化の軽量運用企画</a:t>
            </a:r>
            <a:r>
              <a:rPr lang="ja-JP" altLang="en-US" dirty="0"/>
              <a:t>／　株式会社デンソークリエイト</a:t>
            </a:r>
            <a:endParaRPr lang="en-US" altLang="ja-JP" dirty="0"/>
          </a:p>
          <a:p>
            <a:r>
              <a:rPr lang="en-US" altLang="ja-JP" sz="1050" dirty="0"/>
              <a:t>@ DENSO CREATE INC. ALL RIGHTS RESERVED</a:t>
            </a:r>
            <a:endParaRPr lang="ja-JP" altLang="en-US" sz="1050" dirty="0"/>
          </a:p>
        </p:txBody>
      </p:sp>
    </p:spTree>
    <p:extLst>
      <p:ext uri="{BB962C8B-B14F-4D97-AF65-F5344CB8AC3E}">
        <p14:creationId xmlns:p14="http://schemas.microsoft.com/office/powerpoint/2010/main" val="14399479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cSld name="コーポレートマーク">
    <p:bg>
      <p:bgPr>
        <a:solidFill>
          <a:schemeClr val="bg1"/>
        </a:solidFill>
        <a:effectLst/>
      </p:bgPr>
    </p:bg>
    <p:spTree>
      <p:nvGrpSpPr>
        <p:cNvPr id="1" name=""/>
        <p:cNvGrpSpPr/>
        <p:nvPr/>
      </p:nvGrpSpPr>
      <p:grpSpPr>
        <a:xfrm>
          <a:off x="0" y="0"/>
          <a:ext cx="0" cy="0"/>
          <a:chOff x="0" y="0"/>
          <a:chExt cx="0" cy="0"/>
        </a:xfrm>
      </p:grpSpPr>
      <p:pic>
        <p:nvPicPr>
          <p:cNvPr id="3" name="図 2"/>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3492951" y="2568596"/>
            <a:ext cx="5217219" cy="1490400"/>
          </a:xfrm>
          <a:prstGeom prst="rect">
            <a:avLst/>
          </a:prstGeom>
        </p:spPr>
      </p:pic>
      <p:pic>
        <p:nvPicPr>
          <p:cNvPr id="4" name="図 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663218" y="2099964"/>
            <a:ext cx="6828455" cy="2427663"/>
          </a:xfrm>
          <a:prstGeom prst="rect">
            <a:avLst/>
          </a:prstGeom>
          <a:solidFill>
            <a:schemeClr val="bg1"/>
          </a:solidFill>
        </p:spPr>
      </p:pic>
    </p:spTree>
    <p:extLst>
      <p:ext uri="{BB962C8B-B14F-4D97-AF65-F5344CB8AC3E}">
        <p14:creationId xmlns:p14="http://schemas.microsoft.com/office/powerpoint/2010/main" val="18371240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タイトルとコンテンツ（メッセージ付き）">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wrap="square" rIns="1440000"/>
          <a:lstStyle>
            <a:lvl1pPr>
              <a:defRPr/>
            </a:lvl1pPr>
          </a:lstStyle>
          <a:p>
            <a:r>
              <a:rPr kumimoji="1" lang="ja-JP" altLang="en-US" dirty="0"/>
              <a:t> マスター タイトルの書式設定</a:t>
            </a:r>
          </a:p>
        </p:txBody>
      </p:sp>
      <p:sp>
        <p:nvSpPr>
          <p:cNvPr id="6" name="コンテンツ プレースホルダー 5"/>
          <p:cNvSpPr>
            <a:spLocks noGrp="1"/>
          </p:cNvSpPr>
          <p:nvPr>
            <p:ph sz="quarter" idx="12"/>
          </p:nvPr>
        </p:nvSpPr>
        <p:spPr>
          <a:xfrm>
            <a:off x="3" y="846000"/>
            <a:ext cx="12203112" cy="4230202"/>
          </a:xfrm>
          <a:prstGeom prst="rect">
            <a:avLst/>
          </a:prstGeom>
        </p:spPr>
        <p:txBody>
          <a:bodyPr lIns="720000" tIns="36000" rIns="648000" bIns="36000"/>
          <a:lstStyle>
            <a:lvl1pPr marL="342880" indent="-342880">
              <a:spcAft>
                <a:spcPts val="600"/>
              </a:spcAft>
              <a:buFont typeface="Wingdings" panose="05000000000000000000" pitchFamily="2" charset="2"/>
              <a:buChar char="n"/>
              <a:defRPr sz="2000" baseline="0">
                <a:latin typeface="Meiryo UI" panose="020B0604030504040204" pitchFamily="50" charset="-128"/>
              </a:defRPr>
            </a:lvl1pPr>
            <a:lvl2pPr marL="742906" indent="-285733">
              <a:spcAft>
                <a:spcPts val="600"/>
              </a:spcAft>
              <a:buFont typeface="Wingdings" panose="05000000000000000000" pitchFamily="2" charset="2"/>
              <a:buChar char="p"/>
              <a:defRPr sz="1800" baseline="0">
                <a:latin typeface="+mn-ea"/>
                <a:ea typeface="+mn-ea"/>
              </a:defRPr>
            </a:lvl2pPr>
            <a:lvl3pPr marL="1200079" indent="-285733">
              <a:spcAft>
                <a:spcPts val="600"/>
              </a:spcAft>
              <a:buFont typeface="Arial" panose="020B0604020202020204" pitchFamily="34" charset="0"/>
              <a:buChar char="•"/>
              <a:defRPr sz="1600" baseline="0">
                <a:latin typeface="+mn-ea"/>
                <a:ea typeface="+mn-ea"/>
              </a:defRPr>
            </a:lvl3pPr>
            <a:lvl4pPr>
              <a:spcAft>
                <a:spcPts val="600"/>
              </a:spcAft>
              <a:defRPr sz="1400" baseline="0">
                <a:latin typeface="+mn-ea"/>
                <a:ea typeface="+mn-ea"/>
              </a:defRPr>
            </a:lvl4pPr>
            <a:lvl5pPr marL="1614392" indent="0">
              <a:spcAft>
                <a:spcPts val="600"/>
              </a:spcAft>
              <a:defRPr sz="1200" baseline="0">
                <a:latin typeface="+mn-ea"/>
                <a:ea typeface="+mn-ea"/>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4" name="スライド番号プレースホルダー 3"/>
          <p:cNvSpPr>
            <a:spLocks noGrp="1"/>
          </p:cNvSpPr>
          <p:nvPr>
            <p:ph type="sldNum" sz="quarter" idx="13"/>
          </p:nvPr>
        </p:nvSpPr>
        <p:spPr/>
        <p:txBody>
          <a:bodyPr/>
          <a:lstStyle/>
          <a:p>
            <a:fld id="{80F554CA-2BEA-3E4B-997B-FC51848F792A}" type="slidenum">
              <a:rPr lang="ja-JP" altLang="en-US" smtClean="0"/>
              <a:pPr/>
              <a:t>‹#›</a:t>
            </a:fld>
            <a:endParaRPr lang="ja-JP" altLang="en-US" dirty="0"/>
          </a:p>
        </p:txBody>
      </p:sp>
      <p:sp>
        <p:nvSpPr>
          <p:cNvPr id="5" name="テキスト プレースホルダー 4"/>
          <p:cNvSpPr>
            <a:spLocks noGrp="1"/>
          </p:cNvSpPr>
          <p:nvPr>
            <p:ph type="body" sz="quarter" idx="14"/>
          </p:nvPr>
        </p:nvSpPr>
        <p:spPr>
          <a:xfrm>
            <a:off x="0" y="5580000"/>
            <a:ext cx="12203113" cy="540000"/>
          </a:xfrm>
        </p:spPr>
        <p:txBody>
          <a:bodyPr lIns="360000" rIns="360000" anchor="b" anchorCtr="0">
            <a:normAutofit/>
          </a:bodyPr>
          <a:lstStyle>
            <a:lvl1pPr algn="ctr">
              <a:defRPr sz="2500" b="1">
                <a:solidFill>
                  <a:schemeClr val="bg2"/>
                </a:solidFill>
              </a:defRPr>
            </a:lvl1pPr>
          </a:lstStyle>
          <a:p>
            <a:pPr lvl="0"/>
            <a:r>
              <a:rPr kumimoji="1" lang="ja-JP" altLang="en-US"/>
              <a:t>マスター テキストの書式設定</a:t>
            </a:r>
          </a:p>
        </p:txBody>
      </p:sp>
      <p:sp>
        <p:nvSpPr>
          <p:cNvPr id="7" name="フッター プレースホルダー 4"/>
          <p:cNvSpPr>
            <a:spLocks noGrp="1"/>
          </p:cNvSpPr>
          <p:nvPr>
            <p:ph type="ftr" sz="quarter" idx="3"/>
          </p:nvPr>
        </p:nvSpPr>
        <p:spPr>
          <a:xfrm>
            <a:off x="1821991" y="6362236"/>
            <a:ext cx="6338841" cy="365463"/>
          </a:xfrm>
          <a:prstGeom prst="rect">
            <a:avLst/>
          </a:prstGeom>
        </p:spPr>
        <p:txBody>
          <a:bodyPr vert="horz" lIns="91440" tIns="45720" rIns="91440" bIns="45720" rtlCol="0" anchor="ctr"/>
          <a:lstStyle>
            <a:lvl1pPr algn="l">
              <a:defRPr sz="1000">
                <a:solidFill>
                  <a:srgbClr val="A7BAC9"/>
                </a:solidFill>
              </a:defRPr>
            </a:lvl1pPr>
          </a:lstStyle>
          <a:p>
            <a:r>
              <a:rPr lang="ja-JP" altLang="en-US" sz="1000" dirty="0"/>
              <a:t>設計成果デジタル化の軽量運用企画</a:t>
            </a:r>
            <a:r>
              <a:rPr lang="ja-JP" altLang="en-US" dirty="0"/>
              <a:t>／　株式会社デンソークリエイト</a:t>
            </a:r>
            <a:endParaRPr lang="en-US" altLang="ja-JP" dirty="0"/>
          </a:p>
          <a:p>
            <a:r>
              <a:rPr lang="en-US" altLang="ja-JP" sz="1050" dirty="0"/>
              <a:t>@ DENSO CREATE INC. ALL RIGHTS RESERVED</a:t>
            </a:r>
            <a:endParaRPr lang="ja-JP" altLang="en-US" sz="1050" dirty="0"/>
          </a:p>
        </p:txBody>
      </p:sp>
    </p:spTree>
    <p:extLst>
      <p:ext uri="{BB962C8B-B14F-4D97-AF65-F5344CB8AC3E}">
        <p14:creationId xmlns:p14="http://schemas.microsoft.com/office/powerpoint/2010/main" val="31694803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グレータイトル">
    <p:spTree>
      <p:nvGrpSpPr>
        <p:cNvPr id="1" name=""/>
        <p:cNvGrpSpPr/>
        <p:nvPr/>
      </p:nvGrpSpPr>
      <p:grpSpPr>
        <a:xfrm>
          <a:off x="0" y="0"/>
          <a:ext cx="0" cy="0"/>
          <a:chOff x="0" y="0"/>
          <a:chExt cx="0" cy="0"/>
        </a:xfrm>
      </p:grpSpPr>
      <p:sp>
        <p:nvSpPr>
          <p:cNvPr id="4" name="正方形/長方形 3"/>
          <p:cNvSpPr/>
          <p:nvPr userDrawn="1"/>
        </p:nvSpPr>
        <p:spPr>
          <a:xfrm>
            <a:off x="0" y="0"/>
            <a:ext cx="12203113" cy="6864350"/>
          </a:xfrm>
          <a:prstGeom prst="rect">
            <a:avLst/>
          </a:prstGeom>
          <a:solidFill>
            <a:srgbClr val="3B3B3B"/>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600">
              <a:solidFill>
                <a:schemeClr val="tx1"/>
              </a:solidFill>
            </a:endParaRPr>
          </a:p>
        </p:txBody>
      </p:sp>
      <p:sp>
        <p:nvSpPr>
          <p:cNvPr id="6" name="タイトル プレースホルダー 1"/>
          <p:cNvSpPr>
            <a:spLocks noGrp="1"/>
          </p:cNvSpPr>
          <p:nvPr>
            <p:ph type="title" hasCustomPrompt="1"/>
          </p:nvPr>
        </p:nvSpPr>
        <p:spPr>
          <a:xfrm>
            <a:off x="0" y="2807779"/>
            <a:ext cx="12203113" cy="1248795"/>
          </a:xfrm>
          <a:prstGeom prst="rect">
            <a:avLst/>
          </a:prstGeom>
        </p:spPr>
        <p:txBody>
          <a:bodyPr vert="horz" lIns="182880" tIns="91440" rIns="182880" bIns="91440" rtlCol="0" anchor="ctr">
            <a:noAutofit/>
          </a:bodyPr>
          <a:lstStyle>
            <a:lvl1pPr algn="ctr">
              <a:defRPr sz="3600" baseline="0">
                <a:solidFill>
                  <a:schemeClr val="bg1"/>
                </a:solidFill>
              </a:defRPr>
            </a:lvl1pPr>
          </a:lstStyle>
          <a:p>
            <a:r>
              <a:rPr kumimoji="1" lang="en-US" altLang="ja-JP" dirty="0"/>
              <a:t>SLIDE TITLE GOES HERE</a:t>
            </a:r>
            <a:endParaRPr kumimoji="1" lang="ja-JP" altLang="en-US" dirty="0"/>
          </a:p>
        </p:txBody>
      </p:sp>
    </p:spTree>
    <p:extLst>
      <p:ext uri="{BB962C8B-B14F-4D97-AF65-F5344CB8AC3E}">
        <p14:creationId xmlns:p14="http://schemas.microsoft.com/office/powerpoint/2010/main" val="33113282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青のタイトル">
    <p:spTree>
      <p:nvGrpSpPr>
        <p:cNvPr id="1" name=""/>
        <p:cNvGrpSpPr/>
        <p:nvPr/>
      </p:nvGrpSpPr>
      <p:grpSpPr>
        <a:xfrm>
          <a:off x="0" y="0"/>
          <a:ext cx="0" cy="0"/>
          <a:chOff x="0" y="0"/>
          <a:chExt cx="0" cy="0"/>
        </a:xfrm>
      </p:grpSpPr>
      <p:sp>
        <p:nvSpPr>
          <p:cNvPr id="4" name="正方形/長方形 3"/>
          <p:cNvSpPr/>
          <p:nvPr userDrawn="1"/>
        </p:nvSpPr>
        <p:spPr>
          <a:xfrm>
            <a:off x="0" y="0"/>
            <a:ext cx="12203113" cy="6864350"/>
          </a:xfrm>
          <a:prstGeom prst="rect">
            <a:avLst/>
          </a:prstGeom>
          <a:solidFill>
            <a:srgbClr val="37BBC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600">
              <a:solidFill>
                <a:schemeClr val="tx1"/>
              </a:solidFill>
            </a:endParaRPr>
          </a:p>
        </p:txBody>
      </p:sp>
      <p:sp>
        <p:nvSpPr>
          <p:cNvPr id="7" name="タイトル プレースホルダー 1"/>
          <p:cNvSpPr>
            <a:spLocks noGrp="1"/>
          </p:cNvSpPr>
          <p:nvPr>
            <p:ph type="title" hasCustomPrompt="1"/>
          </p:nvPr>
        </p:nvSpPr>
        <p:spPr>
          <a:xfrm>
            <a:off x="0" y="2807779"/>
            <a:ext cx="12203113" cy="1248795"/>
          </a:xfrm>
          <a:prstGeom prst="rect">
            <a:avLst/>
          </a:prstGeom>
        </p:spPr>
        <p:txBody>
          <a:bodyPr vert="horz" lIns="182880" tIns="91440" rIns="182880" bIns="91440" rtlCol="0" anchor="ctr">
            <a:noAutofit/>
          </a:bodyPr>
          <a:lstStyle>
            <a:lvl1pPr algn="ctr">
              <a:defRPr sz="3600" baseline="0">
                <a:solidFill>
                  <a:schemeClr val="bg1"/>
                </a:solidFill>
              </a:defRPr>
            </a:lvl1pPr>
          </a:lstStyle>
          <a:p>
            <a:r>
              <a:rPr kumimoji="1" lang="en-US" altLang="ja-JP" dirty="0"/>
              <a:t>SLIDE TITLE GOES HERE</a:t>
            </a:r>
            <a:endParaRPr kumimoji="1" lang="ja-JP" altLang="en-US" dirty="0"/>
          </a:p>
        </p:txBody>
      </p:sp>
    </p:spTree>
    <p:extLst>
      <p:ext uri="{BB962C8B-B14F-4D97-AF65-F5344CB8AC3E}">
        <p14:creationId xmlns:p14="http://schemas.microsoft.com/office/powerpoint/2010/main" val="28705799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左にタイトル">
    <p:spTree>
      <p:nvGrpSpPr>
        <p:cNvPr id="1" name=""/>
        <p:cNvGrpSpPr/>
        <p:nvPr/>
      </p:nvGrpSpPr>
      <p:grpSpPr>
        <a:xfrm>
          <a:off x="0" y="0"/>
          <a:ext cx="0" cy="0"/>
          <a:chOff x="0" y="0"/>
          <a:chExt cx="0" cy="0"/>
        </a:xfrm>
      </p:grpSpPr>
      <p:sp>
        <p:nvSpPr>
          <p:cNvPr id="6" name="正方形/長方形 5"/>
          <p:cNvSpPr/>
          <p:nvPr userDrawn="1"/>
        </p:nvSpPr>
        <p:spPr>
          <a:xfrm>
            <a:off x="0" y="0"/>
            <a:ext cx="12203113" cy="68643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600">
              <a:solidFill>
                <a:schemeClr val="tx1"/>
              </a:solidFill>
            </a:endParaRPr>
          </a:p>
        </p:txBody>
      </p:sp>
      <p:sp>
        <p:nvSpPr>
          <p:cNvPr id="3" name="正方形/長方形 2"/>
          <p:cNvSpPr/>
          <p:nvPr userDrawn="1"/>
        </p:nvSpPr>
        <p:spPr>
          <a:xfrm>
            <a:off x="0" y="0"/>
            <a:ext cx="4685683" cy="6864350"/>
          </a:xfrm>
          <a:prstGeom prst="rect">
            <a:avLst/>
          </a:prstGeom>
          <a:solidFill>
            <a:srgbClr val="3B3B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p>
        </p:txBody>
      </p:sp>
      <p:sp>
        <p:nvSpPr>
          <p:cNvPr id="2" name="タイトル プレースホルダー 1"/>
          <p:cNvSpPr>
            <a:spLocks noGrp="1"/>
          </p:cNvSpPr>
          <p:nvPr>
            <p:ph type="title" hasCustomPrompt="1"/>
          </p:nvPr>
        </p:nvSpPr>
        <p:spPr>
          <a:xfrm>
            <a:off x="412640" y="2860146"/>
            <a:ext cx="3860408" cy="1144058"/>
          </a:xfrm>
          <a:prstGeom prst="rect">
            <a:avLst/>
          </a:prstGeom>
        </p:spPr>
        <p:txBody>
          <a:bodyPr vert="horz" lIns="182880" tIns="91440" rIns="182880" bIns="91440" rtlCol="0" anchor="ctr">
            <a:normAutofit/>
          </a:bodyPr>
          <a:lstStyle>
            <a:lvl1pPr>
              <a:defRPr baseline="0">
                <a:solidFill>
                  <a:schemeClr val="bg1"/>
                </a:solidFill>
              </a:defRPr>
            </a:lvl1pPr>
          </a:lstStyle>
          <a:p>
            <a:r>
              <a:rPr kumimoji="1" lang="en-US" altLang="ja-JP" dirty="0"/>
              <a:t>Slide Title</a:t>
            </a:r>
            <a:endParaRPr kumimoji="1" lang="ja-JP" altLang="en-US" dirty="0"/>
          </a:p>
        </p:txBody>
      </p:sp>
      <p:sp>
        <p:nvSpPr>
          <p:cNvPr id="4" name="テキスト プレースホルダー 3"/>
          <p:cNvSpPr>
            <a:spLocks noGrp="1"/>
          </p:cNvSpPr>
          <p:nvPr>
            <p:ph type="body" sz="quarter" idx="10" hasCustomPrompt="1"/>
          </p:nvPr>
        </p:nvSpPr>
        <p:spPr>
          <a:xfrm>
            <a:off x="5381887" y="813554"/>
            <a:ext cx="5905994" cy="5237245"/>
          </a:xfrm>
        </p:spPr>
        <p:txBody>
          <a:bodyPr anchor="ctr"/>
          <a:lstStyle>
            <a:lvl1pPr marL="266684" indent="-266684">
              <a:lnSpc>
                <a:spcPct val="130000"/>
              </a:lnSpc>
              <a:spcBef>
                <a:spcPts val="600"/>
              </a:spcBef>
              <a:buClr>
                <a:schemeClr val="accent1"/>
              </a:buClr>
              <a:buFont typeface="Wingdings" panose="05000000000000000000" pitchFamily="2" charset="2"/>
              <a:buChar char="l"/>
              <a:defRPr/>
            </a:lvl1pPr>
          </a:lstStyle>
          <a:p>
            <a:pPr lvl="0"/>
            <a:r>
              <a:rPr kumimoji="1" lang="en-US" altLang="ja-JP"/>
              <a:t>text</a:t>
            </a:r>
          </a:p>
          <a:p>
            <a:pPr lvl="0"/>
            <a:r>
              <a:rPr kumimoji="1" lang="en-US" altLang="ja-JP"/>
              <a:t>text</a:t>
            </a:r>
            <a:endParaRPr kumimoji="1" lang="ja-JP" altLang="en-US" dirty="0"/>
          </a:p>
        </p:txBody>
      </p:sp>
    </p:spTree>
    <p:extLst>
      <p:ext uri="{BB962C8B-B14F-4D97-AF65-F5344CB8AC3E}">
        <p14:creationId xmlns:p14="http://schemas.microsoft.com/office/powerpoint/2010/main" val="4725964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白紙">
    <p:spTree>
      <p:nvGrpSpPr>
        <p:cNvPr id="1" name=""/>
        <p:cNvGrpSpPr/>
        <p:nvPr/>
      </p:nvGrpSpPr>
      <p:grpSpPr>
        <a:xfrm>
          <a:off x="0" y="0"/>
          <a:ext cx="0" cy="0"/>
          <a:chOff x="0" y="0"/>
          <a:chExt cx="0" cy="0"/>
        </a:xfrm>
      </p:grpSpPr>
      <p:sp>
        <p:nvSpPr>
          <p:cNvPr id="4" name="正方形/長方形 3"/>
          <p:cNvSpPr/>
          <p:nvPr userDrawn="1"/>
        </p:nvSpPr>
        <p:spPr>
          <a:xfrm>
            <a:off x="0" y="0"/>
            <a:ext cx="12203113" cy="68643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600">
              <a:solidFill>
                <a:schemeClr val="tx1"/>
              </a:solidFill>
            </a:endParaRPr>
          </a:p>
        </p:txBody>
      </p:sp>
    </p:spTree>
    <p:extLst>
      <p:ext uri="{BB962C8B-B14F-4D97-AF65-F5344CB8AC3E}">
        <p14:creationId xmlns:p14="http://schemas.microsoft.com/office/powerpoint/2010/main" val="17384715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背景黒">
    <p:spTree>
      <p:nvGrpSpPr>
        <p:cNvPr id="1" name=""/>
        <p:cNvGrpSpPr/>
        <p:nvPr/>
      </p:nvGrpSpPr>
      <p:grpSpPr>
        <a:xfrm>
          <a:off x="0" y="0"/>
          <a:ext cx="0" cy="0"/>
          <a:chOff x="0" y="0"/>
          <a:chExt cx="0" cy="0"/>
        </a:xfrm>
      </p:grpSpPr>
      <p:sp>
        <p:nvSpPr>
          <p:cNvPr id="3" name="スライド番号プレースホルダー 2"/>
          <p:cNvSpPr>
            <a:spLocks noGrp="1"/>
          </p:cNvSpPr>
          <p:nvPr>
            <p:ph type="sldNum" sz="quarter" idx="10"/>
          </p:nvPr>
        </p:nvSpPr>
        <p:spPr/>
        <p:txBody>
          <a:bodyPr/>
          <a:lstStyle/>
          <a:p>
            <a:fld id="{80F554CA-2BEA-3E4B-997B-FC51848F792A}" type="slidenum">
              <a:rPr lang="ja-JP" altLang="en-US" smtClean="0"/>
              <a:pPr/>
              <a:t>‹#›</a:t>
            </a:fld>
            <a:r>
              <a:rPr lang="en-US" altLang="ja-JP" dirty="0">
                <a:ea typeface="Verdana" panose="020B0604030504040204" pitchFamily="34" charset="0"/>
              </a:rPr>
              <a:t> </a:t>
            </a:r>
            <a:endParaRPr lang="ja-JP" altLang="en-US" dirty="0"/>
          </a:p>
        </p:txBody>
      </p:sp>
      <p:sp>
        <p:nvSpPr>
          <p:cNvPr id="4" name="正方形/長方形 3"/>
          <p:cNvSpPr/>
          <p:nvPr userDrawn="1"/>
        </p:nvSpPr>
        <p:spPr>
          <a:xfrm>
            <a:off x="0" y="0"/>
            <a:ext cx="12203113" cy="68643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600">
              <a:solidFill>
                <a:schemeClr val="tx1"/>
              </a:solidFill>
            </a:endParaRPr>
          </a:p>
        </p:txBody>
      </p:sp>
    </p:spTree>
    <p:extLst>
      <p:ext uri="{BB962C8B-B14F-4D97-AF65-F5344CB8AC3E}">
        <p14:creationId xmlns:p14="http://schemas.microsoft.com/office/powerpoint/2010/main" val="21835179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2_タイトルとコンテンツ">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wrap="square" rIns="1440000"/>
          <a:lstStyle>
            <a:lvl1pPr>
              <a:defRPr/>
            </a:lvl1pPr>
          </a:lstStyle>
          <a:p>
            <a:r>
              <a:rPr kumimoji="1" lang="ja-JP" altLang="en-US" dirty="0"/>
              <a:t> マスター タイトルの書式設定</a:t>
            </a:r>
          </a:p>
        </p:txBody>
      </p:sp>
      <p:sp>
        <p:nvSpPr>
          <p:cNvPr id="6" name="コンテンツ プレースホルダー 5"/>
          <p:cNvSpPr>
            <a:spLocks noGrp="1"/>
          </p:cNvSpPr>
          <p:nvPr>
            <p:ph sz="quarter" idx="12"/>
          </p:nvPr>
        </p:nvSpPr>
        <p:spPr>
          <a:xfrm>
            <a:off x="3" y="846000"/>
            <a:ext cx="12203112" cy="5220000"/>
          </a:xfrm>
          <a:prstGeom prst="rect">
            <a:avLst/>
          </a:prstGeom>
        </p:spPr>
        <p:txBody>
          <a:bodyPr lIns="360000" tIns="36000" rIns="288000" bIns="36000"/>
          <a:lstStyle>
            <a:lvl1pPr>
              <a:spcAft>
                <a:spcPts val="600"/>
              </a:spcAft>
              <a:defRPr sz="2000" baseline="0">
                <a:latin typeface="Meiryo UI" panose="020B0604030504040204" pitchFamily="50" charset="-128"/>
              </a:defRPr>
            </a:lvl1pPr>
            <a:lvl2pPr>
              <a:spcAft>
                <a:spcPts val="600"/>
              </a:spcAft>
              <a:defRPr sz="1800" baseline="0">
                <a:latin typeface="+mn-ea"/>
                <a:ea typeface="+mn-ea"/>
              </a:defRPr>
            </a:lvl2pPr>
            <a:lvl3pPr>
              <a:spcAft>
                <a:spcPts val="600"/>
              </a:spcAft>
              <a:defRPr sz="1600" baseline="0">
                <a:latin typeface="+mn-ea"/>
                <a:ea typeface="+mn-ea"/>
              </a:defRPr>
            </a:lvl3pPr>
            <a:lvl4pPr>
              <a:spcAft>
                <a:spcPts val="600"/>
              </a:spcAft>
              <a:defRPr sz="1400" baseline="0">
                <a:latin typeface="+mn-ea"/>
                <a:ea typeface="+mn-ea"/>
              </a:defRPr>
            </a:lvl4pPr>
            <a:lvl5pPr>
              <a:spcAft>
                <a:spcPts val="600"/>
              </a:spcAft>
              <a:defRPr sz="800" baseline="0">
                <a:latin typeface="+mn-ea"/>
                <a:ea typeface="+mn-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4" name="スライド番号プレースホルダー 3"/>
          <p:cNvSpPr>
            <a:spLocks noGrp="1"/>
          </p:cNvSpPr>
          <p:nvPr>
            <p:ph type="sldNum" sz="quarter" idx="13"/>
          </p:nvPr>
        </p:nvSpPr>
        <p:spPr/>
        <p:txBody>
          <a:bodyPr/>
          <a:lstStyle/>
          <a:p>
            <a:fld id="{80F554CA-2BEA-3E4B-997B-FC51848F792A}" type="slidenum">
              <a:rPr lang="ja-JP" altLang="en-US" smtClean="0"/>
              <a:pPr/>
              <a:t>‹#›</a:t>
            </a:fld>
            <a:r>
              <a:rPr lang="en-US" altLang="ja-JP" dirty="0">
                <a:ea typeface="Verdana" panose="020B0604030504040204" pitchFamily="34" charset="0"/>
              </a:rPr>
              <a:t> </a:t>
            </a:r>
            <a:endParaRPr lang="ja-JP" altLang="en-US" dirty="0"/>
          </a:p>
        </p:txBody>
      </p:sp>
      <p:sp>
        <p:nvSpPr>
          <p:cNvPr id="5" name="フッター プレースホルダー 4"/>
          <p:cNvSpPr>
            <a:spLocks noGrp="1"/>
          </p:cNvSpPr>
          <p:nvPr>
            <p:ph type="ftr" sz="quarter" idx="3"/>
          </p:nvPr>
        </p:nvSpPr>
        <p:spPr>
          <a:xfrm>
            <a:off x="1821991" y="6362236"/>
            <a:ext cx="6338841" cy="365463"/>
          </a:xfrm>
          <a:prstGeom prst="rect">
            <a:avLst/>
          </a:prstGeom>
        </p:spPr>
        <p:txBody>
          <a:bodyPr vert="horz" lIns="91440" tIns="45720" rIns="91440" bIns="45720" rtlCol="0" anchor="ctr"/>
          <a:lstStyle>
            <a:lvl1pPr algn="l">
              <a:defRPr sz="1000">
                <a:solidFill>
                  <a:srgbClr val="A7BAC9"/>
                </a:solidFill>
              </a:defRPr>
            </a:lvl1pPr>
          </a:lstStyle>
          <a:p>
            <a:r>
              <a:rPr lang="ja-JP" altLang="en-US" sz="1000" dirty="0"/>
              <a:t>設計成果デジタル化の軽量運用企画</a:t>
            </a:r>
            <a:r>
              <a:rPr lang="ja-JP" altLang="en-US" dirty="0"/>
              <a:t>／　株式会社デンソークリエイト</a:t>
            </a:r>
            <a:endParaRPr lang="en-US" altLang="ja-JP" dirty="0"/>
          </a:p>
          <a:p>
            <a:r>
              <a:rPr lang="en-US" altLang="ja-JP" sz="1050" dirty="0"/>
              <a:t>@ DENSO CREATE INC. ALL RIGHTS RESERVED</a:t>
            </a:r>
            <a:endParaRPr lang="ja-JP" altLang="en-US" sz="1050" dirty="0"/>
          </a:p>
        </p:txBody>
      </p:sp>
    </p:spTree>
    <p:extLst>
      <p:ext uri="{BB962C8B-B14F-4D97-AF65-F5344CB8AC3E}">
        <p14:creationId xmlns:p14="http://schemas.microsoft.com/office/powerpoint/2010/main" val="35637321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0" y="255295"/>
            <a:ext cx="12203113" cy="371819"/>
          </a:xfrm>
          <a:prstGeom prst="rect">
            <a:avLst/>
          </a:prstGeom>
        </p:spPr>
        <p:txBody>
          <a:bodyPr vert="horz" lIns="91440" tIns="45720" rIns="91440" bIns="45720" rtlCol="0" anchor="ctr">
            <a:normAutofit/>
          </a:bodyPr>
          <a:lstStyle/>
          <a:p>
            <a:r>
              <a:rPr kumimoji="1" lang="ja-JP" altLang="en-US" dirty="0"/>
              <a:t> マスター タイトルの書式設定</a:t>
            </a:r>
          </a:p>
        </p:txBody>
      </p:sp>
      <p:sp>
        <p:nvSpPr>
          <p:cNvPr id="3" name="テキスト プレースホルダー 2"/>
          <p:cNvSpPr>
            <a:spLocks noGrp="1"/>
          </p:cNvSpPr>
          <p:nvPr>
            <p:ph type="body" idx="1"/>
          </p:nvPr>
        </p:nvSpPr>
        <p:spPr>
          <a:xfrm>
            <a:off x="0" y="844273"/>
            <a:ext cx="12203113" cy="4355367"/>
          </a:xfrm>
          <a:prstGeom prst="rect">
            <a:avLst/>
          </a:prstGeom>
        </p:spPr>
        <p:txBody>
          <a:bodyPr vert="horz" lIns="91440" tIns="45720" rIns="91440" bIns="45720" rtlCol="0">
            <a:norm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5" name="フッター プレースホルダー 4"/>
          <p:cNvSpPr>
            <a:spLocks noGrp="1"/>
          </p:cNvSpPr>
          <p:nvPr>
            <p:ph type="ftr" sz="quarter" idx="3"/>
          </p:nvPr>
        </p:nvSpPr>
        <p:spPr>
          <a:xfrm>
            <a:off x="1821991" y="6362236"/>
            <a:ext cx="6338841" cy="365463"/>
          </a:xfrm>
          <a:prstGeom prst="rect">
            <a:avLst/>
          </a:prstGeom>
        </p:spPr>
        <p:txBody>
          <a:bodyPr vert="horz" lIns="91440" tIns="45720" rIns="91440" bIns="45720" rtlCol="0" anchor="ctr"/>
          <a:lstStyle>
            <a:lvl1pPr algn="l">
              <a:defRPr sz="1000">
                <a:solidFill>
                  <a:srgbClr val="A7BAC9"/>
                </a:solidFill>
              </a:defRPr>
            </a:lvl1pPr>
          </a:lstStyle>
          <a:p>
            <a:r>
              <a:rPr lang="ja-JP" altLang="en-US" sz="1000" dirty="0"/>
              <a:t>設計成果デジタル化の軽量運用企画</a:t>
            </a:r>
            <a:r>
              <a:rPr lang="ja-JP" altLang="en-US" dirty="0"/>
              <a:t>／　株式会社デンソークリエイト</a:t>
            </a:r>
            <a:endParaRPr lang="en-US" altLang="ja-JP" dirty="0"/>
          </a:p>
          <a:p>
            <a:r>
              <a:rPr lang="en-US" altLang="ja-JP" sz="1050" dirty="0"/>
              <a:t>@ DENSO CREATE INC. ALL RIGHTS RESERVED</a:t>
            </a:r>
            <a:endParaRPr lang="ja-JP" altLang="en-US" sz="1050" dirty="0"/>
          </a:p>
        </p:txBody>
      </p:sp>
      <p:sp>
        <p:nvSpPr>
          <p:cNvPr id="6" name="スライド番号プレースホルダー 5"/>
          <p:cNvSpPr>
            <a:spLocks noGrp="1"/>
          </p:cNvSpPr>
          <p:nvPr>
            <p:ph type="sldNum" sz="quarter" idx="4"/>
          </p:nvPr>
        </p:nvSpPr>
        <p:spPr>
          <a:xfrm>
            <a:off x="9405850" y="6362236"/>
            <a:ext cx="2745700" cy="365463"/>
          </a:xfrm>
          <a:prstGeom prst="rect">
            <a:avLst/>
          </a:prstGeom>
        </p:spPr>
        <p:txBody>
          <a:bodyPr vert="horz" lIns="91440" tIns="45720" rIns="91440" bIns="45720" rtlCol="0" anchor="ctr"/>
          <a:lstStyle>
            <a:lvl1pPr algn="r">
              <a:defRPr sz="1200">
                <a:solidFill>
                  <a:schemeClr val="tx1">
                    <a:tint val="75000"/>
                  </a:schemeClr>
                </a:solidFill>
              </a:defRPr>
            </a:lvl1pPr>
          </a:lstStyle>
          <a:p>
            <a:fld id="{80F554CA-2BEA-3E4B-997B-FC51848F792A}" type="slidenum">
              <a:rPr lang="ja-JP" altLang="en-US" smtClean="0">
                <a:solidFill>
                  <a:srgbClr val="A7BAC9"/>
                </a:solidFill>
              </a:rPr>
              <a:pPr/>
              <a:t>‹#›</a:t>
            </a:fld>
            <a:r>
              <a:rPr lang="en-US" altLang="ja-JP" dirty="0">
                <a:ea typeface="Verdana" panose="020B0604030504040204" pitchFamily="34" charset="0"/>
              </a:rPr>
              <a:t> </a:t>
            </a:r>
            <a:endParaRPr lang="ja-JP" altLang="en-US" dirty="0"/>
          </a:p>
        </p:txBody>
      </p:sp>
      <p:pic>
        <p:nvPicPr>
          <p:cNvPr id="8" name="図 7"/>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342786" y="6055561"/>
            <a:ext cx="2121474" cy="754230"/>
          </a:xfrm>
          <a:prstGeom prst="rect">
            <a:avLst/>
          </a:prstGeom>
        </p:spPr>
      </p:pic>
      <p:sp>
        <p:nvSpPr>
          <p:cNvPr id="10" name="平行四辺形 9"/>
          <p:cNvSpPr/>
          <p:nvPr/>
        </p:nvSpPr>
        <p:spPr>
          <a:xfrm>
            <a:off x="1432172" y="6187448"/>
            <a:ext cx="346517" cy="659952"/>
          </a:xfrm>
          <a:prstGeom prst="parallelogram">
            <a:avLst>
              <a:gd name="adj" fmla="val 74718"/>
            </a:avLst>
          </a:prstGeom>
          <a:solidFill>
            <a:srgbClr val="3345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2"/>
          </a:p>
        </p:txBody>
      </p:sp>
      <p:cxnSp>
        <p:nvCxnSpPr>
          <p:cNvPr id="15" name="直線コネクタ 14"/>
          <p:cNvCxnSpPr/>
          <p:nvPr/>
        </p:nvCxnSpPr>
        <p:spPr>
          <a:xfrm>
            <a:off x="1821991" y="6254190"/>
            <a:ext cx="10381122" cy="0"/>
          </a:xfrm>
          <a:prstGeom prst="line">
            <a:avLst/>
          </a:prstGeom>
          <a:ln w="12700">
            <a:solidFill>
              <a:srgbClr val="33455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3169996"/>
      </p:ext>
    </p:extLst>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40" r:id="rId9"/>
    <p:sldLayoutId id="2147483709" r:id="rId10"/>
    <p:sldLayoutId id="2147483710" r:id="rId11"/>
    <p:sldLayoutId id="2147483711" r:id="rId12"/>
    <p:sldLayoutId id="2147483712" r:id="rId13"/>
    <p:sldLayoutId id="2147483705" r:id="rId14"/>
    <p:sldLayoutId id="2147483706" r:id="rId15"/>
    <p:sldLayoutId id="2147483714" r:id="rId16"/>
  </p:sldLayoutIdLst>
  <p:hf hdr="0"/>
  <p:txStyles>
    <p:titleStyle>
      <a:lvl1pPr algn="l" defTabSz="915223" rtl="0" eaLnBrk="1" latinLnBrk="0" hangingPunct="1">
        <a:lnSpc>
          <a:spcPct val="90000"/>
        </a:lnSpc>
        <a:spcBef>
          <a:spcPct val="0"/>
        </a:spcBef>
        <a:buNone/>
        <a:defRPr kumimoji="1" sz="2502" b="1" kern="1200">
          <a:solidFill>
            <a:srgbClr val="334553"/>
          </a:solidFill>
          <a:latin typeface="+mj-lt"/>
          <a:ea typeface="+mj-ea"/>
          <a:cs typeface="+mj-cs"/>
        </a:defRPr>
      </a:lvl1pPr>
    </p:titleStyle>
    <p:bodyStyle>
      <a:lvl1pPr marL="228806" indent="-228806" algn="l" defTabSz="915223" rtl="0" eaLnBrk="1" latinLnBrk="0" hangingPunct="1">
        <a:lnSpc>
          <a:spcPct val="90000"/>
        </a:lnSpc>
        <a:spcBef>
          <a:spcPts val="1001"/>
        </a:spcBef>
        <a:buFont typeface="Arial" panose="020B0604020202020204" pitchFamily="34" charset="0"/>
        <a:buChar char="•"/>
        <a:defRPr kumimoji="1" sz="2002" kern="1200">
          <a:solidFill>
            <a:srgbClr val="334553"/>
          </a:solidFill>
          <a:latin typeface="+mn-lt"/>
          <a:ea typeface="+mn-ea"/>
          <a:cs typeface="+mn-cs"/>
        </a:defRPr>
      </a:lvl1pPr>
      <a:lvl2pPr marL="686417" indent="-228806" algn="l" defTabSz="915223" rtl="0" eaLnBrk="1" latinLnBrk="0" hangingPunct="1">
        <a:lnSpc>
          <a:spcPct val="90000"/>
        </a:lnSpc>
        <a:spcBef>
          <a:spcPts val="500"/>
        </a:spcBef>
        <a:buFont typeface="Arial" panose="020B0604020202020204" pitchFamily="34" charset="0"/>
        <a:buChar char="•"/>
        <a:defRPr kumimoji="1" sz="1802" kern="1200">
          <a:solidFill>
            <a:srgbClr val="334553"/>
          </a:solidFill>
          <a:latin typeface="+mn-lt"/>
          <a:ea typeface="+mn-ea"/>
          <a:cs typeface="+mn-cs"/>
        </a:defRPr>
      </a:lvl2pPr>
      <a:lvl3pPr marL="1144029" indent="-228806" algn="l" defTabSz="915223" rtl="0" eaLnBrk="1" latinLnBrk="0" hangingPunct="1">
        <a:lnSpc>
          <a:spcPct val="90000"/>
        </a:lnSpc>
        <a:spcBef>
          <a:spcPts val="500"/>
        </a:spcBef>
        <a:buFont typeface="Arial" panose="020B0604020202020204" pitchFamily="34" charset="0"/>
        <a:buChar char="•"/>
        <a:defRPr kumimoji="1" sz="1601" kern="1200">
          <a:solidFill>
            <a:srgbClr val="334553"/>
          </a:solidFill>
          <a:latin typeface="+mn-lt"/>
          <a:ea typeface="+mn-ea"/>
          <a:cs typeface="+mn-cs"/>
        </a:defRPr>
      </a:lvl3pPr>
      <a:lvl4pPr marL="1601640" indent="-228806" algn="l" defTabSz="915223" rtl="0" eaLnBrk="1" latinLnBrk="0" hangingPunct="1">
        <a:lnSpc>
          <a:spcPct val="90000"/>
        </a:lnSpc>
        <a:spcBef>
          <a:spcPts val="500"/>
        </a:spcBef>
        <a:buFont typeface="Arial" panose="020B0604020202020204" pitchFamily="34" charset="0"/>
        <a:buChar char="•"/>
        <a:defRPr kumimoji="1" sz="1401" kern="1200">
          <a:solidFill>
            <a:srgbClr val="334553"/>
          </a:solidFill>
          <a:latin typeface="+mn-lt"/>
          <a:ea typeface="+mn-ea"/>
          <a:cs typeface="+mn-cs"/>
        </a:defRPr>
      </a:lvl4pPr>
      <a:lvl5pPr marL="2059252" indent="-228806" algn="l" defTabSz="915223" rtl="0" eaLnBrk="1" latinLnBrk="0" hangingPunct="1">
        <a:lnSpc>
          <a:spcPct val="90000"/>
        </a:lnSpc>
        <a:spcBef>
          <a:spcPts val="500"/>
        </a:spcBef>
        <a:buFont typeface="Arial" panose="020B0604020202020204" pitchFamily="34" charset="0"/>
        <a:buChar char="•"/>
        <a:defRPr kumimoji="1" sz="801" kern="1200">
          <a:solidFill>
            <a:srgbClr val="334553"/>
          </a:solidFill>
          <a:latin typeface="+mn-lt"/>
          <a:ea typeface="+mn-ea"/>
          <a:cs typeface="+mn-cs"/>
        </a:defRPr>
      </a:lvl5pPr>
      <a:lvl6pPr marL="2516863" indent="-228806" algn="l" defTabSz="915223" rtl="0" eaLnBrk="1" latinLnBrk="0" hangingPunct="1">
        <a:lnSpc>
          <a:spcPct val="90000"/>
        </a:lnSpc>
        <a:spcBef>
          <a:spcPts val="500"/>
        </a:spcBef>
        <a:buFont typeface="Arial" panose="020B0604020202020204" pitchFamily="34" charset="0"/>
        <a:buChar char="•"/>
        <a:defRPr kumimoji="1" sz="1802" kern="1200">
          <a:solidFill>
            <a:schemeClr val="tx1"/>
          </a:solidFill>
          <a:latin typeface="+mn-lt"/>
          <a:ea typeface="+mn-ea"/>
          <a:cs typeface="+mn-cs"/>
        </a:defRPr>
      </a:lvl6pPr>
      <a:lvl7pPr marL="2974475" indent="-228806" algn="l" defTabSz="915223" rtl="0" eaLnBrk="1" latinLnBrk="0" hangingPunct="1">
        <a:lnSpc>
          <a:spcPct val="90000"/>
        </a:lnSpc>
        <a:spcBef>
          <a:spcPts val="500"/>
        </a:spcBef>
        <a:buFont typeface="Arial" panose="020B0604020202020204" pitchFamily="34" charset="0"/>
        <a:buChar char="•"/>
        <a:defRPr kumimoji="1" sz="1802" kern="1200">
          <a:solidFill>
            <a:schemeClr val="tx1"/>
          </a:solidFill>
          <a:latin typeface="+mn-lt"/>
          <a:ea typeface="+mn-ea"/>
          <a:cs typeface="+mn-cs"/>
        </a:defRPr>
      </a:lvl7pPr>
      <a:lvl8pPr marL="3432086" indent="-228806" algn="l" defTabSz="915223" rtl="0" eaLnBrk="1" latinLnBrk="0" hangingPunct="1">
        <a:lnSpc>
          <a:spcPct val="90000"/>
        </a:lnSpc>
        <a:spcBef>
          <a:spcPts val="500"/>
        </a:spcBef>
        <a:buFont typeface="Arial" panose="020B0604020202020204" pitchFamily="34" charset="0"/>
        <a:buChar char="•"/>
        <a:defRPr kumimoji="1" sz="1802" kern="1200">
          <a:solidFill>
            <a:schemeClr val="tx1"/>
          </a:solidFill>
          <a:latin typeface="+mn-lt"/>
          <a:ea typeface="+mn-ea"/>
          <a:cs typeface="+mn-cs"/>
        </a:defRPr>
      </a:lvl8pPr>
      <a:lvl9pPr marL="3889698" indent="-228806" algn="l" defTabSz="915223" rtl="0" eaLnBrk="1" latinLnBrk="0" hangingPunct="1">
        <a:lnSpc>
          <a:spcPct val="90000"/>
        </a:lnSpc>
        <a:spcBef>
          <a:spcPts val="500"/>
        </a:spcBef>
        <a:buFont typeface="Arial" panose="020B0604020202020204" pitchFamily="34" charset="0"/>
        <a:buChar char="•"/>
        <a:defRPr kumimoji="1" sz="1802" kern="1200">
          <a:solidFill>
            <a:schemeClr val="tx1"/>
          </a:solidFill>
          <a:latin typeface="+mn-lt"/>
          <a:ea typeface="+mn-ea"/>
          <a:cs typeface="+mn-cs"/>
        </a:defRPr>
      </a:lvl9pPr>
    </p:bodyStyle>
    <p:otherStyle>
      <a:defPPr>
        <a:defRPr lang="ja-JP"/>
      </a:defPPr>
      <a:lvl1pPr marL="0" algn="l" defTabSz="915223" rtl="0" eaLnBrk="1" latinLnBrk="0" hangingPunct="1">
        <a:defRPr kumimoji="1" sz="1802" kern="1200">
          <a:solidFill>
            <a:schemeClr val="tx1"/>
          </a:solidFill>
          <a:latin typeface="+mn-lt"/>
          <a:ea typeface="+mn-ea"/>
          <a:cs typeface="+mn-cs"/>
        </a:defRPr>
      </a:lvl1pPr>
      <a:lvl2pPr marL="457611" algn="l" defTabSz="915223" rtl="0" eaLnBrk="1" latinLnBrk="0" hangingPunct="1">
        <a:defRPr kumimoji="1" sz="1802" kern="1200">
          <a:solidFill>
            <a:schemeClr val="tx1"/>
          </a:solidFill>
          <a:latin typeface="+mn-lt"/>
          <a:ea typeface="+mn-ea"/>
          <a:cs typeface="+mn-cs"/>
        </a:defRPr>
      </a:lvl2pPr>
      <a:lvl3pPr marL="915223" algn="l" defTabSz="915223" rtl="0" eaLnBrk="1" latinLnBrk="0" hangingPunct="1">
        <a:defRPr kumimoji="1" sz="1802" kern="1200">
          <a:solidFill>
            <a:schemeClr val="tx1"/>
          </a:solidFill>
          <a:latin typeface="+mn-lt"/>
          <a:ea typeface="+mn-ea"/>
          <a:cs typeface="+mn-cs"/>
        </a:defRPr>
      </a:lvl3pPr>
      <a:lvl4pPr marL="1372834" algn="l" defTabSz="915223" rtl="0" eaLnBrk="1" latinLnBrk="0" hangingPunct="1">
        <a:defRPr kumimoji="1" sz="1802" kern="1200">
          <a:solidFill>
            <a:schemeClr val="tx1"/>
          </a:solidFill>
          <a:latin typeface="+mn-lt"/>
          <a:ea typeface="+mn-ea"/>
          <a:cs typeface="+mn-cs"/>
        </a:defRPr>
      </a:lvl4pPr>
      <a:lvl5pPr marL="1830446" algn="l" defTabSz="915223" rtl="0" eaLnBrk="1" latinLnBrk="0" hangingPunct="1">
        <a:defRPr kumimoji="1" sz="1802" kern="1200">
          <a:solidFill>
            <a:schemeClr val="tx1"/>
          </a:solidFill>
          <a:latin typeface="+mn-lt"/>
          <a:ea typeface="+mn-ea"/>
          <a:cs typeface="+mn-cs"/>
        </a:defRPr>
      </a:lvl5pPr>
      <a:lvl6pPr marL="2288057" algn="l" defTabSz="915223" rtl="0" eaLnBrk="1" latinLnBrk="0" hangingPunct="1">
        <a:defRPr kumimoji="1" sz="1802" kern="1200">
          <a:solidFill>
            <a:schemeClr val="tx1"/>
          </a:solidFill>
          <a:latin typeface="+mn-lt"/>
          <a:ea typeface="+mn-ea"/>
          <a:cs typeface="+mn-cs"/>
        </a:defRPr>
      </a:lvl6pPr>
      <a:lvl7pPr marL="2745669" algn="l" defTabSz="915223" rtl="0" eaLnBrk="1" latinLnBrk="0" hangingPunct="1">
        <a:defRPr kumimoji="1" sz="1802" kern="1200">
          <a:solidFill>
            <a:schemeClr val="tx1"/>
          </a:solidFill>
          <a:latin typeface="+mn-lt"/>
          <a:ea typeface="+mn-ea"/>
          <a:cs typeface="+mn-cs"/>
        </a:defRPr>
      </a:lvl7pPr>
      <a:lvl8pPr marL="3203280" algn="l" defTabSz="915223" rtl="0" eaLnBrk="1" latinLnBrk="0" hangingPunct="1">
        <a:defRPr kumimoji="1" sz="1802" kern="1200">
          <a:solidFill>
            <a:schemeClr val="tx1"/>
          </a:solidFill>
          <a:latin typeface="+mn-lt"/>
          <a:ea typeface="+mn-ea"/>
          <a:cs typeface="+mn-cs"/>
        </a:defRPr>
      </a:lvl8pPr>
      <a:lvl9pPr marL="3660892" algn="l" defTabSz="915223" rtl="0" eaLnBrk="1" latinLnBrk="0" hangingPunct="1">
        <a:defRPr kumimoji="1" sz="1802"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2" userDrawn="1">
          <p15:clr>
            <a:srgbClr val="F26B43"/>
          </p15:clr>
        </p15:guide>
        <p15:guide id="2" pos="7112" userDrawn="1">
          <p15:clr>
            <a:srgbClr val="F26B43"/>
          </p15:clr>
        </p15:guide>
        <p15:guide id="3" orient="horz" pos="529" userDrawn="1">
          <p15:clr>
            <a:srgbClr val="F26B43"/>
          </p15:clr>
        </p15:guide>
        <p15:guide id="4" orient="horz" pos="3704" userDrawn="1">
          <p15:clr>
            <a:srgbClr val="F26B43"/>
          </p15:clr>
        </p15:guide>
        <p15:guide id="5" pos="575" userDrawn="1">
          <p15:clr>
            <a:srgbClr val="F26B43"/>
          </p15:clr>
        </p15:guide>
        <p15:guide id="6" pos="3844" userDrawn="1">
          <p15:clr>
            <a:srgbClr val="F26B43"/>
          </p15:clr>
        </p15:guide>
        <p15:guide id="7" orient="horz" pos="34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slide" Target="slide10.xml"/><Relationship Id="rId2" Type="http://schemas.openxmlformats.org/officeDocument/2006/relationships/image" Target="../media/image8.png"/><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8.xml"/><Relationship Id="rId4" Type="http://schemas.openxmlformats.org/officeDocument/2006/relationships/slide" Target="slide4.xml"/></Relationships>
</file>

<file path=ppt/slides/_rels/slide11.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png"/><Relationship Id="rId1" Type="http://schemas.openxmlformats.org/officeDocument/2006/relationships/slideLayout" Target="../slideLayouts/slideLayout8.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slides/_rels/slide14.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2.png"/><Relationship Id="rId1" Type="http://schemas.openxmlformats.org/officeDocument/2006/relationships/slideLayout" Target="../slideLayouts/slideLayout8.xml"/><Relationship Id="rId6" Type="http://schemas.openxmlformats.org/officeDocument/2006/relationships/image" Target="../media/image18.svg"/><Relationship Id="rId5" Type="http://schemas.openxmlformats.org/officeDocument/2006/relationships/image" Target="../media/image17.png"/><Relationship Id="rId10" Type="http://schemas.openxmlformats.org/officeDocument/2006/relationships/image" Target="../media/image9.png"/><Relationship Id="rId4" Type="http://schemas.openxmlformats.org/officeDocument/2006/relationships/image" Target="../media/image16.svg"/><Relationship Id="rId9" Type="http://schemas.openxmlformats.org/officeDocument/2006/relationships/image" Target="../media/image2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915233" y="453916"/>
            <a:ext cx="9152335" cy="2837846"/>
          </a:xfrm>
        </p:spPr>
        <p:txBody>
          <a:bodyPr>
            <a:normAutofit/>
          </a:bodyPr>
          <a:lstStyle/>
          <a:p>
            <a:r>
              <a:rPr lang="ja-JP" altLang="en-US" sz="4400" dirty="0"/>
              <a:t>設計成果デジタル化の軽量運用企画</a:t>
            </a:r>
            <a:br>
              <a:rPr lang="en-US" altLang="ja-JP" sz="4400" dirty="0"/>
            </a:br>
            <a:r>
              <a:rPr lang="en-US" altLang="ja-JP" sz="4400" dirty="0"/>
              <a:t>Step2</a:t>
            </a:r>
            <a:endParaRPr kumimoji="1" lang="ja-JP" altLang="en-US" sz="4400" dirty="0"/>
          </a:p>
        </p:txBody>
      </p:sp>
      <p:pic>
        <p:nvPicPr>
          <p:cNvPr id="5" name="図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42622" y="3291762"/>
            <a:ext cx="4668838" cy="2910283"/>
          </a:xfrm>
          <a:prstGeom prst="rect">
            <a:avLst/>
          </a:prstGeom>
        </p:spPr>
      </p:pic>
      <p:sp>
        <p:nvSpPr>
          <p:cNvPr id="7" name="正方形/長方形 6"/>
          <p:cNvSpPr/>
          <p:nvPr/>
        </p:nvSpPr>
        <p:spPr>
          <a:xfrm>
            <a:off x="3275618" y="639552"/>
            <a:ext cx="4167004" cy="276999"/>
          </a:xfrm>
          <a:prstGeom prst="rect">
            <a:avLst/>
          </a:prstGeom>
        </p:spPr>
        <p:txBody>
          <a:bodyPr wrap="square">
            <a:spAutoFit/>
          </a:bodyPr>
          <a:lstStyle/>
          <a:p>
            <a:pPr algn="ctr"/>
            <a:r>
              <a:rPr lang="ja-JP" altLang="en-US" sz="1200" dirty="0">
                <a:solidFill>
                  <a:schemeClr val="bg1"/>
                </a:solidFill>
                <a:latin typeface="Segoe UI Semilight" panose="020B0402040204020203" pitchFamily="34" charset="0"/>
                <a:ea typeface="BIZ UDゴシック" panose="020B0400000000000000" pitchFamily="49" charset="-128"/>
                <a:cs typeface="Segoe UI Semilight" panose="020B0402040204020203" pitchFamily="34" charset="0"/>
              </a:rPr>
              <a:t>システム・ソフトウェア設計ツール</a:t>
            </a:r>
          </a:p>
        </p:txBody>
      </p:sp>
      <p:pic>
        <p:nvPicPr>
          <p:cNvPr id="8" name="図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75618" y="916551"/>
            <a:ext cx="4167004" cy="653038"/>
          </a:xfrm>
          <a:prstGeom prst="rect">
            <a:avLst/>
          </a:prstGeom>
        </p:spPr>
      </p:pic>
      <p:sp>
        <p:nvSpPr>
          <p:cNvPr id="6" name="字幕 5">
            <a:extLst>
              <a:ext uri="{FF2B5EF4-FFF2-40B4-BE49-F238E27FC236}">
                <a16:creationId xmlns:a16="http://schemas.microsoft.com/office/drawing/2014/main" id="{C8BC212B-A1DC-E29C-8AD2-08A417219EDB}"/>
              </a:ext>
            </a:extLst>
          </p:cNvPr>
          <p:cNvSpPr>
            <a:spLocks noGrp="1"/>
          </p:cNvSpPr>
          <p:nvPr>
            <p:ph type="subTitle" idx="1"/>
          </p:nvPr>
        </p:nvSpPr>
        <p:spPr/>
        <p:txBody>
          <a:bodyPr/>
          <a:lstStyle/>
          <a:p>
            <a:r>
              <a:rPr lang="en-US" altLang="ja-JP" dirty="0"/>
              <a:t>2026/1/8</a:t>
            </a:r>
            <a:endParaRPr lang="ja-JP" altLang="en-US" dirty="0"/>
          </a:p>
        </p:txBody>
      </p:sp>
    </p:spTree>
    <p:extLst>
      <p:ext uri="{BB962C8B-B14F-4D97-AF65-F5344CB8AC3E}">
        <p14:creationId xmlns:p14="http://schemas.microsoft.com/office/powerpoint/2010/main" val="18803392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BF60F3C-9063-29F8-AA0B-987F7ABA5D17}"/>
              </a:ext>
            </a:extLst>
          </p:cNvPr>
          <p:cNvSpPr>
            <a:spLocks noGrp="1"/>
          </p:cNvSpPr>
          <p:nvPr>
            <p:ph type="title"/>
          </p:nvPr>
        </p:nvSpPr>
        <p:spPr>
          <a:xfrm>
            <a:off x="0" y="264004"/>
            <a:ext cx="12203113" cy="371819"/>
          </a:xfrm>
        </p:spPr>
        <p:txBody>
          <a:bodyPr>
            <a:normAutofit fontScale="90000"/>
          </a:bodyPr>
          <a:lstStyle/>
          <a:p>
            <a:r>
              <a:rPr lang="en-US" altLang="ja-JP" dirty="0">
                <a:latin typeface="Meiryo UI" panose="020B0604030504040204" pitchFamily="50" charset="-128"/>
                <a:ea typeface="Meiryo UI" panose="020B0604030504040204" pitchFamily="50" charset="-128"/>
              </a:rPr>
              <a:t> </a:t>
            </a:r>
            <a:r>
              <a:rPr lang="ja-JP" altLang="en-US" dirty="0">
                <a:latin typeface="Meiryo UI" panose="020B0604030504040204" pitchFamily="50" charset="-128"/>
                <a:ea typeface="Meiryo UI" panose="020B0604030504040204" pitchFamily="50" charset="-128"/>
              </a:rPr>
              <a:t>本活動全体の課題と対応方針</a:t>
            </a:r>
            <a:endParaRPr kumimoji="1" lang="ja-JP" altLang="en-US" dirty="0">
              <a:latin typeface="Meiryo UI" panose="020B0604030504040204" pitchFamily="50" charset="-128"/>
              <a:ea typeface="Meiryo UI" panose="020B0604030504040204" pitchFamily="50" charset="-128"/>
            </a:endParaRPr>
          </a:p>
        </p:txBody>
      </p:sp>
      <p:sp>
        <p:nvSpPr>
          <p:cNvPr id="4" name="スライド番号プレースホルダー 3">
            <a:extLst>
              <a:ext uri="{FF2B5EF4-FFF2-40B4-BE49-F238E27FC236}">
                <a16:creationId xmlns:a16="http://schemas.microsoft.com/office/drawing/2014/main" id="{38D8C443-402F-F282-DB0A-FAA82B3EFC45}"/>
              </a:ext>
            </a:extLst>
          </p:cNvPr>
          <p:cNvSpPr>
            <a:spLocks noGrp="1"/>
          </p:cNvSpPr>
          <p:nvPr>
            <p:ph type="sldNum" sz="quarter" idx="4"/>
          </p:nvPr>
        </p:nvSpPr>
        <p:spPr>
          <a:xfrm>
            <a:off x="10981038" y="6389169"/>
            <a:ext cx="974124" cy="365125"/>
          </a:xfrm>
          <a:prstGeom prst="rect">
            <a:avLst/>
          </a:prstGeom>
        </p:spPr>
        <p:txBody>
          <a:bodyPr vert="horz" lIns="91440" tIns="45720" rIns="91440" bIns="45720" rtlCol="0" anchor="ctr"/>
          <a:lstStyle>
            <a:defPPr>
              <a:defRPr lang="ja-JP"/>
            </a:defPPr>
            <a:lvl1pPr marL="0" algn="r" defTabSz="914400" rtl="0" eaLnBrk="1" latinLnBrk="0" hangingPunct="1">
              <a:defRPr kumimoji="1" sz="1200" kern="1200">
                <a:solidFill>
                  <a:schemeClr val="bg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735A7A7C-BEC2-C94F-A7A0-F0086A0BE3BB}" type="slidenum">
              <a:rPr lang="ja-JP" altLang="en-US" smtClean="0"/>
              <a:pPr/>
              <a:t>2</a:t>
            </a:fld>
            <a:endParaRPr lang="ja-JP" altLang="en-US"/>
          </a:p>
        </p:txBody>
      </p:sp>
      <p:sp>
        <p:nvSpPr>
          <p:cNvPr id="16" name="テキスト ボックス 15">
            <a:extLst>
              <a:ext uri="{FF2B5EF4-FFF2-40B4-BE49-F238E27FC236}">
                <a16:creationId xmlns:a16="http://schemas.microsoft.com/office/drawing/2014/main" id="{E433186D-6A65-7BF2-0CFC-AF14213327B5}"/>
              </a:ext>
            </a:extLst>
          </p:cNvPr>
          <p:cNvSpPr txBox="1"/>
          <p:nvPr/>
        </p:nvSpPr>
        <p:spPr>
          <a:xfrm>
            <a:off x="567410" y="702257"/>
            <a:ext cx="2232453"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800" b="1" i="0" u="sng" strike="noStrike" kern="0" cap="none" spc="0" normalizeH="0" baseline="0" noProof="0" dirty="0">
                <a:ln>
                  <a:noFill/>
                </a:ln>
                <a:solidFill>
                  <a:srgbClr val="334553"/>
                </a:solidFill>
                <a:effectLst/>
                <a:uLnTx/>
                <a:uFillTx/>
              </a:rPr>
              <a:t>背景・課題</a:t>
            </a:r>
          </a:p>
        </p:txBody>
      </p:sp>
      <p:sp>
        <p:nvSpPr>
          <p:cNvPr id="18" name="テキスト ボックス 17">
            <a:extLst>
              <a:ext uri="{FF2B5EF4-FFF2-40B4-BE49-F238E27FC236}">
                <a16:creationId xmlns:a16="http://schemas.microsoft.com/office/drawing/2014/main" id="{D53FBA0D-EE7E-BC04-01AB-F842AC0649DE}"/>
              </a:ext>
            </a:extLst>
          </p:cNvPr>
          <p:cNvSpPr txBox="1"/>
          <p:nvPr/>
        </p:nvSpPr>
        <p:spPr>
          <a:xfrm>
            <a:off x="567409" y="3368259"/>
            <a:ext cx="2232453"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800" b="1" i="0" u="sng" strike="noStrike" kern="0" cap="none" spc="0" normalizeH="0" baseline="0" noProof="0" dirty="0">
                <a:ln>
                  <a:noFill/>
                </a:ln>
                <a:solidFill>
                  <a:srgbClr val="334553"/>
                </a:solidFill>
                <a:effectLst/>
                <a:uLnTx/>
                <a:uFillTx/>
              </a:rPr>
              <a:t>対応方針</a:t>
            </a:r>
          </a:p>
        </p:txBody>
      </p:sp>
      <p:sp>
        <p:nvSpPr>
          <p:cNvPr id="19" name="テキスト ボックス 18">
            <a:extLst>
              <a:ext uri="{FF2B5EF4-FFF2-40B4-BE49-F238E27FC236}">
                <a16:creationId xmlns:a16="http://schemas.microsoft.com/office/drawing/2014/main" id="{93E2D134-3C74-6DAB-E2FA-80D210A2DA39}"/>
              </a:ext>
            </a:extLst>
          </p:cNvPr>
          <p:cNvSpPr txBox="1"/>
          <p:nvPr/>
        </p:nvSpPr>
        <p:spPr>
          <a:xfrm>
            <a:off x="946350" y="1100459"/>
            <a:ext cx="9592337" cy="2231380"/>
          </a:xfrm>
          <a:prstGeom prst="rect">
            <a:avLst/>
          </a:prstGeom>
          <a:noFill/>
        </p:spPr>
        <p:txBody>
          <a:bodyPr wrap="square" rtlCol="0">
            <a:spAutoFit/>
          </a:bodyPr>
          <a:lstStyle/>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ja-JP" altLang="en-US" sz="1400" b="1" i="0" u="none" strike="noStrike" kern="0" cap="none" spc="0" normalizeH="0" baseline="0" noProof="0" dirty="0">
                <a:ln>
                  <a:noFill/>
                </a:ln>
                <a:solidFill>
                  <a:srgbClr val="334553"/>
                </a:solidFill>
                <a:effectLst/>
                <a:uLnTx/>
                <a:uFillTx/>
              </a:rPr>
              <a:t>成果物が散在している</a:t>
            </a:r>
            <a:br>
              <a:rPr kumimoji="0" lang="en-US" altLang="ja-JP" sz="1400" b="1" i="0" u="none" strike="noStrike" kern="0" cap="none" spc="0" normalizeH="0" baseline="0" noProof="0" dirty="0">
                <a:ln>
                  <a:noFill/>
                </a:ln>
                <a:solidFill>
                  <a:srgbClr val="334553"/>
                </a:solidFill>
                <a:effectLst/>
                <a:uLnTx/>
                <a:uFillTx/>
              </a:rPr>
            </a:br>
            <a:r>
              <a:rPr kumimoji="0" lang="ja-JP" altLang="en-US" sz="1400" b="0" i="0" u="none" strike="noStrike" kern="0" cap="none" spc="0" normalizeH="0" baseline="0" noProof="0" dirty="0">
                <a:ln>
                  <a:noFill/>
                </a:ln>
                <a:solidFill>
                  <a:srgbClr val="334553"/>
                </a:solidFill>
                <a:effectLst/>
                <a:uLnTx/>
                <a:uFillTx/>
              </a:rPr>
              <a:t>成果や要求が手書き・チャット・個人フォルダなどに分散している</a:t>
            </a:r>
            <a:br>
              <a:rPr kumimoji="0" lang="en-US" altLang="ja-JP" sz="1400" b="0" i="0" u="none" strike="noStrike" kern="0" cap="none" spc="0" normalizeH="0" baseline="0" noProof="0" dirty="0">
                <a:ln>
                  <a:noFill/>
                </a:ln>
                <a:solidFill>
                  <a:srgbClr val="334553"/>
                </a:solidFill>
                <a:effectLst/>
                <a:uLnTx/>
                <a:uFillTx/>
              </a:rPr>
            </a:br>
            <a:endParaRPr kumimoji="0" lang="en-US" altLang="ja-JP" sz="900" kern="0" dirty="0">
              <a:solidFill>
                <a:srgbClr val="334553"/>
              </a:solidFill>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ja-JP" altLang="en-US" sz="1400" b="1" i="0" u="none" strike="noStrike" kern="0" cap="none" spc="0" normalizeH="0" baseline="0" noProof="0" dirty="0">
                <a:ln>
                  <a:noFill/>
                </a:ln>
                <a:solidFill>
                  <a:srgbClr val="334553"/>
                </a:solidFill>
                <a:effectLst/>
                <a:uLnTx/>
                <a:uFillTx/>
              </a:rPr>
              <a:t>成果物間の関係が見えない</a:t>
            </a:r>
            <a:br>
              <a:rPr kumimoji="0" lang="en-US" altLang="ja-JP" sz="1400" b="1" i="0" u="none" strike="noStrike" kern="0" cap="none" spc="0" normalizeH="0" baseline="0" noProof="0" dirty="0">
                <a:ln>
                  <a:noFill/>
                </a:ln>
                <a:solidFill>
                  <a:srgbClr val="334553"/>
                </a:solidFill>
                <a:effectLst/>
                <a:uLnTx/>
                <a:uFillTx/>
              </a:rPr>
            </a:br>
            <a:r>
              <a:rPr kumimoji="0" lang="ja-JP" altLang="en-US" sz="1400" b="0" i="0" u="none" strike="noStrike" kern="0" cap="none" spc="0" normalizeH="0" baseline="0" noProof="0" dirty="0">
                <a:ln>
                  <a:noFill/>
                </a:ln>
                <a:solidFill>
                  <a:srgbClr val="334553"/>
                </a:solidFill>
                <a:effectLst/>
                <a:uLnTx/>
                <a:uFillTx/>
              </a:rPr>
              <a:t>部分的・瞬間的に生み出されるため、入力との関係性が不明確であり永続性と再利用性に欠ける</a:t>
            </a:r>
            <a:endParaRPr kumimoji="0" lang="en-US" altLang="ja-JP" sz="1400" b="0" i="0" u="none" strike="noStrike" kern="0" cap="none" spc="0" normalizeH="0" baseline="0" noProof="0" dirty="0">
              <a:ln>
                <a:noFill/>
              </a:ln>
              <a:solidFill>
                <a:srgbClr val="334553"/>
              </a:solidFill>
              <a:effectLst/>
              <a:uLnTx/>
              <a:uFillTx/>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ja-JP" sz="900" b="0" i="0" u="none" strike="noStrike" kern="0" cap="none" spc="0" normalizeH="0" baseline="0" noProof="0" dirty="0">
              <a:ln>
                <a:noFill/>
              </a:ln>
              <a:solidFill>
                <a:srgbClr val="334553"/>
              </a:solidFill>
              <a:effectLst/>
              <a:uLnTx/>
              <a:uFillTx/>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ja-JP" altLang="en-US" sz="1400" b="1" i="0" u="none" strike="noStrike" kern="0" cap="none" spc="0" normalizeH="0" baseline="0" noProof="0" dirty="0">
                <a:ln>
                  <a:noFill/>
                </a:ln>
                <a:solidFill>
                  <a:srgbClr val="334553"/>
                </a:solidFill>
                <a:effectLst/>
                <a:uLnTx/>
                <a:uFillTx/>
              </a:rPr>
              <a:t>プロセスと現場状況の</a:t>
            </a:r>
            <a:r>
              <a:rPr kumimoji="0" lang="en-US" altLang="ja-JP" sz="1400" b="1" i="0" u="none" strike="noStrike" kern="0" cap="none" spc="0" normalizeH="0" baseline="0" noProof="0" dirty="0">
                <a:ln>
                  <a:noFill/>
                </a:ln>
                <a:solidFill>
                  <a:srgbClr val="334553"/>
                </a:solidFill>
                <a:effectLst/>
                <a:uLnTx/>
                <a:uFillTx/>
              </a:rPr>
              <a:t>Gap</a:t>
            </a:r>
            <a:r>
              <a:rPr kumimoji="0" lang="ja-JP" altLang="en-US" sz="1400" b="1" i="0" u="none" strike="noStrike" kern="0" cap="none" spc="0" normalizeH="0" baseline="0" noProof="0" dirty="0">
                <a:ln>
                  <a:noFill/>
                </a:ln>
                <a:solidFill>
                  <a:srgbClr val="334553"/>
                </a:solidFill>
                <a:effectLst/>
                <a:uLnTx/>
                <a:uFillTx/>
              </a:rPr>
              <a:t>から履行が困難</a:t>
            </a:r>
            <a:br>
              <a:rPr kumimoji="0" lang="en-US" altLang="ja-JP" sz="1400" b="1" i="0" u="none" strike="noStrike" kern="0" cap="none" spc="0" normalizeH="0" baseline="0" noProof="0" dirty="0">
                <a:ln>
                  <a:noFill/>
                </a:ln>
                <a:solidFill>
                  <a:srgbClr val="334553"/>
                </a:solidFill>
                <a:effectLst/>
                <a:uLnTx/>
                <a:uFillTx/>
              </a:rPr>
            </a:br>
            <a:r>
              <a:rPr kumimoji="0" lang="ja-JP" altLang="en-US" sz="1400" b="0" i="0" u="none" strike="noStrike" kern="0" cap="none" spc="0" normalizeH="0" baseline="0" noProof="0" dirty="0">
                <a:ln>
                  <a:noFill/>
                </a:ln>
                <a:solidFill>
                  <a:srgbClr val="334553"/>
                </a:solidFill>
                <a:effectLst/>
                <a:uLnTx/>
                <a:uFillTx/>
              </a:rPr>
              <a:t>あるべきプロセスをフルに履行するには時間・工数的に現実的ではない。現場では「やった方がいい」と思いつつ実行できない</a:t>
            </a:r>
            <a:endParaRPr kumimoji="0" lang="en-US" altLang="ja-JP" sz="1400" b="0" i="0" u="none" strike="noStrike" kern="0" cap="none" spc="0" normalizeH="0" baseline="0" noProof="0" dirty="0">
              <a:ln>
                <a:noFill/>
              </a:ln>
              <a:solidFill>
                <a:srgbClr val="334553"/>
              </a:solidFill>
              <a:effectLst/>
              <a:uLnTx/>
              <a:uFillTx/>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ja-JP" sz="900" b="0" i="0" u="none" strike="noStrike" kern="0" cap="none" spc="0" normalizeH="0" baseline="0" noProof="0" dirty="0">
              <a:ln>
                <a:noFill/>
              </a:ln>
              <a:solidFill>
                <a:srgbClr val="334553"/>
              </a:solidFill>
              <a:effectLst/>
              <a:uLnTx/>
              <a:uFillTx/>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ja-JP" altLang="en-US" sz="1400" b="1" i="0" u="none" strike="noStrike" kern="0" cap="none" spc="0" normalizeH="0" baseline="0" noProof="0" dirty="0">
                <a:ln>
                  <a:noFill/>
                </a:ln>
                <a:solidFill>
                  <a:srgbClr val="334553"/>
                </a:solidFill>
                <a:effectLst/>
                <a:uLnTx/>
                <a:uFillTx/>
              </a:rPr>
              <a:t>「楽になるのか・よくなるのか」が半信半疑</a:t>
            </a:r>
            <a:br>
              <a:rPr kumimoji="0" lang="en-US" altLang="ja-JP" sz="1400" b="1" i="0" u="none" strike="noStrike" kern="0" cap="none" spc="0" normalizeH="0" baseline="0" noProof="0" dirty="0">
                <a:ln>
                  <a:noFill/>
                </a:ln>
                <a:solidFill>
                  <a:srgbClr val="334553"/>
                </a:solidFill>
                <a:effectLst/>
                <a:uLnTx/>
                <a:uFillTx/>
              </a:rPr>
            </a:br>
            <a:r>
              <a:rPr kumimoji="0" lang="ja-JP" altLang="en-US" sz="1400" b="0" i="0" u="none" strike="noStrike" kern="0" cap="none" spc="0" normalizeH="0" baseline="0" noProof="0" dirty="0">
                <a:ln>
                  <a:noFill/>
                </a:ln>
                <a:solidFill>
                  <a:srgbClr val="334553"/>
                </a:solidFill>
                <a:effectLst/>
                <a:uLnTx/>
                <a:uFillTx/>
              </a:rPr>
              <a:t>取り組みの先にどんな効果があるかがイメージしづらく、推進者と現場で意識や期待にズレが生じやすい</a:t>
            </a:r>
          </a:p>
        </p:txBody>
      </p:sp>
      <p:sp>
        <p:nvSpPr>
          <p:cNvPr id="22" name="テキスト ボックス 21">
            <a:extLst>
              <a:ext uri="{FF2B5EF4-FFF2-40B4-BE49-F238E27FC236}">
                <a16:creationId xmlns:a16="http://schemas.microsoft.com/office/drawing/2014/main" id="{A85F43B0-6CCA-4D69-EEA9-C03FFA72BD44}"/>
              </a:ext>
            </a:extLst>
          </p:cNvPr>
          <p:cNvSpPr txBox="1"/>
          <p:nvPr/>
        </p:nvSpPr>
        <p:spPr>
          <a:xfrm>
            <a:off x="946349" y="3774011"/>
            <a:ext cx="9592337" cy="2092881"/>
          </a:xfrm>
          <a:prstGeom prst="rect">
            <a:avLst/>
          </a:prstGeom>
          <a:noFill/>
        </p:spPr>
        <p:txBody>
          <a:bodyPr wrap="square" rtlCol="0">
            <a:spAutoFit/>
          </a:bodyPr>
          <a:lstStyle/>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ja-JP" altLang="en-US" sz="1400" b="1" i="0" u="none" strike="noStrike" kern="0" cap="none" spc="0" normalizeH="0" baseline="0" noProof="0" dirty="0">
                <a:ln>
                  <a:noFill/>
                </a:ln>
                <a:solidFill>
                  <a:srgbClr val="334553"/>
                </a:solidFill>
                <a:effectLst/>
                <a:uLnTx/>
                <a:uFillTx/>
              </a:rPr>
              <a:t>軽量な仕組みを戦略的に段階導入</a:t>
            </a:r>
            <a:endParaRPr kumimoji="0" lang="en-US" altLang="ja-JP" sz="1400" b="1" i="0" u="none" strike="noStrike" kern="0" cap="none" spc="0" normalizeH="0" baseline="0" noProof="0" dirty="0">
              <a:ln>
                <a:noFill/>
              </a:ln>
              <a:solidFill>
                <a:srgbClr val="334553"/>
              </a:solidFill>
              <a:effectLst/>
              <a:uLnTx/>
              <a:uFillTx/>
            </a:endParaRPr>
          </a:p>
          <a:p>
            <a:pPr marL="742950" lvl="2" indent="-285750">
              <a:buFontTx/>
              <a:buChar char="-"/>
            </a:pPr>
            <a:r>
              <a:rPr kumimoji="0" lang="ja-JP" altLang="en-US" sz="1400" b="0" i="0" u="none" strike="noStrike" kern="0" cap="none" spc="0" normalizeH="0" baseline="0" noProof="0" dirty="0">
                <a:ln>
                  <a:noFill/>
                </a:ln>
                <a:solidFill>
                  <a:srgbClr val="334553"/>
                </a:solidFill>
                <a:effectLst/>
                <a:uLnTx/>
                <a:uFillTx/>
              </a:rPr>
              <a:t>フルプロセスではなく、必要最小限の構成要素から始める</a:t>
            </a:r>
            <a:endParaRPr kumimoji="0" lang="en-US" altLang="ja-JP" sz="1400" kern="0" dirty="0">
              <a:solidFill>
                <a:srgbClr val="334553"/>
              </a:solidFill>
            </a:endParaRPr>
          </a:p>
          <a:p>
            <a:pPr marL="742950" lvl="2" indent="-285750">
              <a:buFontTx/>
              <a:buChar char="-"/>
            </a:pPr>
            <a:r>
              <a:rPr kumimoji="0" lang="ja-JP" altLang="en-US" sz="1400" b="0" i="0" u="none" strike="noStrike" kern="0" cap="none" spc="0" normalizeH="0" baseline="0" noProof="0" dirty="0">
                <a:ln>
                  <a:noFill/>
                </a:ln>
                <a:solidFill>
                  <a:srgbClr val="334553"/>
                </a:solidFill>
                <a:effectLst/>
                <a:uLnTx/>
                <a:uFillTx/>
              </a:rPr>
              <a:t>特に「要求定義」「設計意図」「ふりかえり」など効果の出やすい部分を優先する</a:t>
            </a:r>
            <a:br>
              <a:rPr kumimoji="0" lang="en-US" altLang="ja-JP" sz="1400" b="0" i="0" u="none" strike="noStrike" kern="0" cap="none" spc="0" normalizeH="0" baseline="0" noProof="0" dirty="0">
                <a:ln>
                  <a:noFill/>
                </a:ln>
                <a:solidFill>
                  <a:srgbClr val="334553"/>
                </a:solidFill>
                <a:effectLst/>
                <a:uLnTx/>
                <a:uFillTx/>
              </a:rPr>
            </a:br>
            <a:endParaRPr kumimoji="0" lang="en-US" altLang="ja-JP" sz="900" b="0" i="0" u="none" strike="noStrike" kern="0" cap="none" spc="0" normalizeH="0" baseline="0" noProof="0" dirty="0">
              <a:ln>
                <a:noFill/>
              </a:ln>
              <a:solidFill>
                <a:srgbClr val="334553"/>
              </a:solidFill>
              <a:effectLst/>
              <a:uLnTx/>
              <a:uFillTx/>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ja-JP" altLang="en-US" sz="1400" b="1" i="0" u="none" strike="noStrike" kern="0" cap="none" spc="0" normalizeH="0" baseline="0" noProof="0" dirty="0">
                <a:ln>
                  <a:noFill/>
                </a:ln>
                <a:solidFill>
                  <a:srgbClr val="334553"/>
                </a:solidFill>
                <a:effectLst/>
                <a:uLnTx/>
                <a:uFillTx/>
              </a:rPr>
              <a:t>情報の“ゆるやかな接続”と“再利用性”を意識</a:t>
            </a:r>
            <a:endParaRPr kumimoji="0" lang="en-US" altLang="ja-JP" sz="1400" b="1" i="0" u="none" strike="noStrike" kern="0" cap="none" spc="0" normalizeH="0" baseline="0" noProof="0" dirty="0">
              <a:ln>
                <a:noFill/>
              </a:ln>
              <a:solidFill>
                <a:srgbClr val="334553"/>
              </a:solidFill>
              <a:effectLst/>
              <a:uLnTx/>
              <a:uFillTx/>
            </a:endParaRPr>
          </a:p>
          <a:p>
            <a:pPr marL="742950" lvl="2" indent="-285750">
              <a:buFontTx/>
              <a:buChar char="-"/>
            </a:pPr>
            <a:r>
              <a:rPr kumimoji="0" lang="ja-JP" altLang="en-US" sz="1400" b="0" i="0" u="none" strike="noStrike" kern="0" cap="none" spc="0" normalizeH="0" baseline="0" noProof="0" dirty="0">
                <a:ln>
                  <a:noFill/>
                </a:ln>
                <a:solidFill>
                  <a:srgbClr val="334553"/>
                </a:solidFill>
                <a:effectLst/>
                <a:uLnTx/>
                <a:uFillTx/>
              </a:rPr>
              <a:t>成果・検討内容が点で終わらず、背景や前後とゆるくつながる仕掛けを組み込む</a:t>
            </a:r>
            <a:endParaRPr kumimoji="0" lang="en-US" altLang="ja-JP" sz="1400" kern="0" dirty="0">
              <a:solidFill>
                <a:srgbClr val="334553"/>
              </a:solidFill>
            </a:endParaRPr>
          </a:p>
          <a:p>
            <a:pPr marL="742950" lvl="2" indent="-285750">
              <a:buFontTx/>
              <a:buChar char="-"/>
            </a:pPr>
            <a:r>
              <a:rPr kumimoji="0" lang="ja-JP" altLang="en-US" sz="1400" b="0" i="0" u="none" strike="noStrike" kern="0" cap="none" spc="0" normalizeH="0" baseline="0" noProof="0" dirty="0">
                <a:ln>
                  <a:noFill/>
                </a:ln>
                <a:solidFill>
                  <a:srgbClr val="334553"/>
                </a:solidFill>
                <a:effectLst/>
                <a:uLnTx/>
                <a:uFillTx/>
              </a:rPr>
              <a:t>記録が負担ではなく、「あとで使える」実感が伴う仕組みを設計する</a:t>
            </a:r>
            <a:endParaRPr kumimoji="0" lang="en-US" altLang="ja-JP" sz="1400" b="0" i="0" u="none" strike="noStrike" kern="0" cap="none" spc="0" normalizeH="0" baseline="0" noProof="0" dirty="0">
              <a:ln>
                <a:noFill/>
              </a:ln>
              <a:solidFill>
                <a:srgbClr val="334553"/>
              </a:solidFill>
              <a:effectLst/>
              <a:uLnTx/>
              <a:uFillTx/>
            </a:endParaRPr>
          </a:p>
          <a:p>
            <a:pPr marL="742950" marR="0" lvl="1" indent="-285750" defTabSz="914400" eaLnBrk="1" fontAlgn="auto" latinLnBrk="0" hangingPunct="1">
              <a:lnSpc>
                <a:spcPct val="100000"/>
              </a:lnSpc>
              <a:spcBef>
                <a:spcPts val="0"/>
              </a:spcBef>
              <a:spcAft>
                <a:spcPts val="0"/>
              </a:spcAft>
              <a:buClrTx/>
              <a:buSzTx/>
              <a:buFontTx/>
              <a:buChar char="-"/>
              <a:tabLst/>
              <a:defRPr/>
            </a:pPr>
            <a:endParaRPr kumimoji="0" lang="en-US" altLang="ja-JP" sz="900" b="0" i="0" u="none" strike="noStrike" kern="0" cap="none" spc="0" normalizeH="0" baseline="0" noProof="0" dirty="0">
              <a:ln>
                <a:noFill/>
              </a:ln>
              <a:solidFill>
                <a:srgbClr val="334553"/>
              </a:solidFill>
              <a:effectLst/>
              <a:uLnTx/>
              <a:uFillTx/>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ja-JP" altLang="en-US" sz="1400" b="1" i="0" u="none" strike="noStrike" kern="0" cap="none" spc="0" normalizeH="0" baseline="0" noProof="0" dirty="0">
                <a:ln>
                  <a:noFill/>
                </a:ln>
                <a:solidFill>
                  <a:srgbClr val="334553"/>
                </a:solidFill>
                <a:effectLst/>
                <a:uLnTx/>
                <a:uFillTx/>
              </a:rPr>
              <a:t>現場の実感値をもとに進化・展開</a:t>
            </a:r>
            <a:endParaRPr kumimoji="0" lang="en-US" altLang="ja-JP" sz="1400" b="1" i="0" u="none" strike="noStrike" kern="0" cap="none" spc="0" normalizeH="0" baseline="0" noProof="0" dirty="0">
              <a:ln>
                <a:noFill/>
              </a:ln>
              <a:solidFill>
                <a:srgbClr val="334553"/>
              </a:solidFill>
              <a:effectLst/>
              <a:uLnTx/>
              <a:uFillTx/>
            </a:endParaRPr>
          </a:p>
          <a:p>
            <a:pPr marL="742950" lvl="2" indent="-285750">
              <a:buFontTx/>
              <a:buChar char="-"/>
            </a:pPr>
            <a:r>
              <a:rPr kumimoji="0" lang="ja-JP" altLang="en-US" sz="1400" b="0" i="0" u="none" strike="noStrike" kern="0" cap="none" spc="0" normalizeH="0" baseline="0" noProof="0" dirty="0">
                <a:ln>
                  <a:noFill/>
                </a:ln>
                <a:solidFill>
                  <a:srgbClr val="334553"/>
                </a:solidFill>
                <a:effectLst/>
                <a:uLnTx/>
                <a:uFillTx/>
              </a:rPr>
              <a:t>「使ってよかった」「わかりやすくなった」という声を起点にしながらフィードバックサイクルを回し、プロセスと文化を一緒に育てる</a:t>
            </a:r>
            <a:endParaRPr kumimoji="0" lang="en-US" altLang="ja-JP" sz="1400" b="0" i="0" u="none" strike="noStrike" kern="0" cap="none" spc="0" normalizeH="0" baseline="0" noProof="0" dirty="0">
              <a:ln>
                <a:noFill/>
              </a:ln>
              <a:solidFill>
                <a:srgbClr val="334553"/>
              </a:solidFill>
              <a:effectLst/>
              <a:uLnTx/>
              <a:uFillTx/>
            </a:endParaRPr>
          </a:p>
        </p:txBody>
      </p:sp>
      <p:sp>
        <p:nvSpPr>
          <p:cNvPr id="5" name="フッター プレースホルダー 4">
            <a:extLst>
              <a:ext uri="{FF2B5EF4-FFF2-40B4-BE49-F238E27FC236}">
                <a16:creationId xmlns:a16="http://schemas.microsoft.com/office/drawing/2014/main" id="{394B5D0F-7032-676B-76D3-2AD731B3921C}"/>
              </a:ext>
            </a:extLst>
          </p:cNvPr>
          <p:cNvSpPr>
            <a:spLocks noGrp="1"/>
          </p:cNvSpPr>
          <p:nvPr>
            <p:ph type="ftr" sz="quarter" idx="3"/>
          </p:nvPr>
        </p:nvSpPr>
        <p:spPr>
          <a:xfrm>
            <a:off x="1821991" y="6362236"/>
            <a:ext cx="6338841" cy="365463"/>
          </a:xfrm>
        </p:spPr>
        <p:txBody>
          <a:bodyPr/>
          <a:lstStyle/>
          <a:p>
            <a:r>
              <a:rPr lang="ja-JP" altLang="en-US" sz="1000" dirty="0"/>
              <a:t>設計成果デジタル化の軽量運用企画</a:t>
            </a:r>
            <a:r>
              <a:rPr lang="ja-JP" altLang="en-US" dirty="0"/>
              <a:t>　／　株式会社デンソークリエイト</a:t>
            </a:r>
            <a:endParaRPr lang="en-US" altLang="ja-JP" dirty="0"/>
          </a:p>
          <a:p>
            <a:r>
              <a:rPr lang="en-US" altLang="ja-JP" sz="1050" dirty="0"/>
              <a:t>@ DENSO CREATE INC. ALL RIGHTS RESERVED</a:t>
            </a:r>
            <a:endParaRPr lang="ja-JP" altLang="en-US" sz="1050" dirty="0"/>
          </a:p>
        </p:txBody>
      </p:sp>
      <p:sp>
        <p:nvSpPr>
          <p:cNvPr id="6" name="四角形: 角を丸くする 5">
            <a:extLst>
              <a:ext uri="{FF2B5EF4-FFF2-40B4-BE49-F238E27FC236}">
                <a16:creationId xmlns:a16="http://schemas.microsoft.com/office/drawing/2014/main" id="{6A88734D-C0AF-AA18-A58A-94C5EFABC514}"/>
              </a:ext>
            </a:extLst>
          </p:cNvPr>
          <p:cNvSpPr/>
          <p:nvPr/>
        </p:nvSpPr>
        <p:spPr>
          <a:xfrm>
            <a:off x="-1" y="271"/>
            <a:ext cx="2799863" cy="26066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rPr>
              <a:t>おさらい</a:t>
            </a:r>
            <a:r>
              <a:rPr kumimoji="1" lang="ja-JP" altLang="en-US" sz="800" dirty="0">
                <a:solidFill>
                  <a:schemeClr val="bg1"/>
                </a:solidFill>
              </a:rPr>
              <a:t>（</a:t>
            </a:r>
            <a:r>
              <a:rPr kumimoji="1" lang="en-US" altLang="ja-JP" sz="800" dirty="0">
                <a:solidFill>
                  <a:schemeClr val="bg1"/>
                </a:solidFill>
              </a:rPr>
              <a:t>2025/9</a:t>
            </a:r>
            <a:r>
              <a:rPr kumimoji="1" lang="ja-JP" altLang="en-US" sz="800" dirty="0">
                <a:solidFill>
                  <a:schemeClr val="bg1"/>
                </a:solidFill>
              </a:rPr>
              <a:t>月時点での</a:t>
            </a:r>
            <a:r>
              <a:rPr kumimoji="1" lang="en-US" altLang="ja-JP" sz="800" dirty="0">
                <a:solidFill>
                  <a:schemeClr val="bg1"/>
                </a:solidFill>
              </a:rPr>
              <a:t>Step1</a:t>
            </a:r>
            <a:r>
              <a:rPr kumimoji="1" lang="ja-JP" altLang="en-US" sz="800" dirty="0">
                <a:solidFill>
                  <a:schemeClr val="bg1"/>
                </a:solidFill>
              </a:rPr>
              <a:t>企画資料より再掲）</a:t>
            </a:r>
          </a:p>
        </p:txBody>
      </p:sp>
    </p:spTree>
    <p:extLst>
      <p:ext uri="{BB962C8B-B14F-4D97-AF65-F5344CB8AC3E}">
        <p14:creationId xmlns:p14="http://schemas.microsoft.com/office/powerpoint/2010/main" val="6795602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BF60F3C-9063-29F8-AA0B-987F7ABA5D17}"/>
              </a:ext>
            </a:extLst>
          </p:cNvPr>
          <p:cNvSpPr>
            <a:spLocks noGrp="1"/>
          </p:cNvSpPr>
          <p:nvPr>
            <p:ph type="title"/>
          </p:nvPr>
        </p:nvSpPr>
        <p:spPr>
          <a:xfrm>
            <a:off x="0" y="264004"/>
            <a:ext cx="12203113" cy="371819"/>
          </a:xfrm>
        </p:spPr>
        <p:txBody>
          <a:bodyPr>
            <a:normAutofit fontScale="90000"/>
          </a:bodyPr>
          <a:lstStyle/>
          <a:p>
            <a:r>
              <a:rPr lang="en-US" altLang="ja-JP" dirty="0">
                <a:latin typeface="Meiryo UI" panose="020B0604030504040204" pitchFamily="50" charset="-128"/>
                <a:ea typeface="Meiryo UI" panose="020B0604030504040204" pitchFamily="50" charset="-128"/>
              </a:rPr>
              <a:t> Step2</a:t>
            </a:r>
            <a:r>
              <a:rPr lang="ja-JP" altLang="en-US" dirty="0">
                <a:latin typeface="Meiryo UI" panose="020B0604030504040204" pitchFamily="50" charset="-128"/>
                <a:ea typeface="Meiryo UI" panose="020B0604030504040204" pitchFamily="50" charset="-128"/>
              </a:rPr>
              <a:t> の狙い  ～</a:t>
            </a:r>
            <a:r>
              <a:rPr lang="en-US" altLang="ja-JP" dirty="0">
                <a:latin typeface="Meiryo UI" panose="020B0604030504040204" pitchFamily="50" charset="-128"/>
                <a:ea typeface="Meiryo UI" panose="020B0604030504040204" pitchFamily="50" charset="-128"/>
              </a:rPr>
              <a:t> “</a:t>
            </a:r>
            <a:r>
              <a:rPr lang="ja-JP" altLang="en-US" dirty="0">
                <a:latin typeface="Meiryo UI" panose="020B0604030504040204" pitchFamily="50" charset="-128"/>
                <a:ea typeface="Meiryo UI" panose="020B0604030504040204" pitchFamily="50" charset="-128"/>
              </a:rPr>
              <a:t>仕組み準備</a:t>
            </a:r>
            <a:r>
              <a:rPr lang="en-US" altLang="ja-JP" dirty="0">
                <a:latin typeface="Meiryo UI" panose="020B0604030504040204" pitchFamily="50" charset="-128"/>
                <a:ea typeface="Meiryo UI" panose="020B0604030504040204" pitchFamily="50" charset="-128"/>
              </a:rPr>
              <a:t>”</a:t>
            </a:r>
            <a:r>
              <a:rPr lang="ja-JP" altLang="en-US" dirty="0">
                <a:latin typeface="Meiryo UI" panose="020B0604030504040204" pitchFamily="50" charset="-128"/>
                <a:ea typeface="Meiryo UI" panose="020B0604030504040204" pitchFamily="50" charset="-128"/>
              </a:rPr>
              <a:t>から“活用フェーズ”へ～</a:t>
            </a:r>
            <a:endParaRPr kumimoji="1" lang="ja-JP" altLang="en-US" dirty="0">
              <a:latin typeface="Meiryo UI" panose="020B0604030504040204" pitchFamily="50" charset="-128"/>
              <a:ea typeface="Meiryo UI" panose="020B0604030504040204" pitchFamily="50" charset="-128"/>
            </a:endParaRPr>
          </a:p>
        </p:txBody>
      </p:sp>
      <p:sp>
        <p:nvSpPr>
          <p:cNvPr id="4" name="スライド番号プレースホルダー 3">
            <a:extLst>
              <a:ext uri="{FF2B5EF4-FFF2-40B4-BE49-F238E27FC236}">
                <a16:creationId xmlns:a16="http://schemas.microsoft.com/office/drawing/2014/main" id="{38D8C443-402F-F282-DB0A-FAA82B3EFC45}"/>
              </a:ext>
            </a:extLst>
          </p:cNvPr>
          <p:cNvSpPr>
            <a:spLocks noGrp="1"/>
          </p:cNvSpPr>
          <p:nvPr>
            <p:ph type="sldNum" sz="quarter" idx="4"/>
          </p:nvPr>
        </p:nvSpPr>
        <p:spPr>
          <a:xfrm>
            <a:off x="10981038" y="6389169"/>
            <a:ext cx="974124" cy="365125"/>
          </a:xfrm>
          <a:prstGeom prst="rect">
            <a:avLst/>
          </a:prstGeom>
        </p:spPr>
        <p:txBody>
          <a:bodyPr vert="horz" lIns="91440" tIns="45720" rIns="91440" bIns="45720" rtlCol="0" anchor="ctr"/>
          <a:lstStyle>
            <a:defPPr>
              <a:defRPr lang="ja-JP"/>
            </a:defPPr>
            <a:lvl1pPr marL="0" algn="r" defTabSz="914400" rtl="0" eaLnBrk="1" latinLnBrk="0" hangingPunct="1">
              <a:defRPr kumimoji="1" sz="1200" kern="1200">
                <a:solidFill>
                  <a:schemeClr val="bg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735A7A7C-BEC2-C94F-A7A0-F0086A0BE3BB}" type="slidenum">
              <a:rPr lang="ja-JP" altLang="en-US" smtClean="0"/>
              <a:pPr/>
              <a:t>3</a:t>
            </a:fld>
            <a:endParaRPr lang="ja-JP" altLang="en-US"/>
          </a:p>
        </p:txBody>
      </p:sp>
      <p:sp>
        <p:nvSpPr>
          <p:cNvPr id="16" name="テキスト ボックス 15">
            <a:extLst>
              <a:ext uri="{FF2B5EF4-FFF2-40B4-BE49-F238E27FC236}">
                <a16:creationId xmlns:a16="http://schemas.microsoft.com/office/drawing/2014/main" id="{E433186D-6A65-7BF2-0CFC-AF14213327B5}"/>
              </a:ext>
            </a:extLst>
          </p:cNvPr>
          <p:cNvSpPr txBox="1"/>
          <p:nvPr/>
        </p:nvSpPr>
        <p:spPr>
          <a:xfrm>
            <a:off x="567410" y="702257"/>
            <a:ext cx="3699790"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800" b="1" i="0" u="sng" strike="noStrike" kern="0" cap="none" spc="0" normalizeH="0" baseline="0" noProof="0" dirty="0">
                <a:ln>
                  <a:noFill/>
                </a:ln>
                <a:solidFill>
                  <a:srgbClr val="334553"/>
                </a:solidFill>
                <a:effectLst/>
                <a:uLnTx/>
                <a:uFillTx/>
              </a:rPr>
              <a:t>現状</a:t>
            </a:r>
            <a:r>
              <a:rPr kumimoji="0" lang="ja-JP" altLang="en-US" sz="1400" b="1" i="0" strike="noStrike" kern="0" cap="none" spc="0" normalizeH="0" baseline="0" noProof="0" dirty="0">
                <a:ln>
                  <a:noFill/>
                </a:ln>
                <a:solidFill>
                  <a:srgbClr val="334553"/>
                </a:solidFill>
                <a:effectLst/>
                <a:uLnTx/>
                <a:uFillTx/>
              </a:rPr>
              <a:t>（運用立ち上げ段階の状況）</a:t>
            </a:r>
            <a:endParaRPr kumimoji="0" lang="ja-JP" altLang="en-US" sz="1800" b="1" i="0" strike="noStrike" kern="0" cap="none" spc="0" normalizeH="0" baseline="0" noProof="0" dirty="0">
              <a:ln>
                <a:noFill/>
              </a:ln>
              <a:solidFill>
                <a:srgbClr val="334553"/>
              </a:solidFill>
              <a:effectLst/>
              <a:uLnTx/>
              <a:uFillTx/>
            </a:endParaRPr>
          </a:p>
        </p:txBody>
      </p:sp>
      <p:sp>
        <p:nvSpPr>
          <p:cNvPr id="5" name="フッター プレースホルダー 4">
            <a:extLst>
              <a:ext uri="{FF2B5EF4-FFF2-40B4-BE49-F238E27FC236}">
                <a16:creationId xmlns:a16="http://schemas.microsoft.com/office/drawing/2014/main" id="{394B5D0F-7032-676B-76D3-2AD731B3921C}"/>
              </a:ext>
            </a:extLst>
          </p:cNvPr>
          <p:cNvSpPr>
            <a:spLocks noGrp="1"/>
          </p:cNvSpPr>
          <p:nvPr>
            <p:ph type="ftr" sz="quarter" idx="3"/>
          </p:nvPr>
        </p:nvSpPr>
        <p:spPr>
          <a:xfrm>
            <a:off x="1821991" y="6362236"/>
            <a:ext cx="6338841" cy="365463"/>
          </a:xfrm>
        </p:spPr>
        <p:txBody>
          <a:bodyPr/>
          <a:lstStyle/>
          <a:p>
            <a:r>
              <a:rPr lang="ja-JP" altLang="en-US" sz="1000" dirty="0"/>
              <a:t>設計成果デジタル化の軽量運用企画</a:t>
            </a:r>
            <a:r>
              <a:rPr lang="ja-JP" altLang="en-US" dirty="0"/>
              <a:t>　／　株式会社デンソークリエイト</a:t>
            </a:r>
            <a:endParaRPr lang="en-US" altLang="ja-JP" dirty="0"/>
          </a:p>
          <a:p>
            <a:r>
              <a:rPr lang="en-US" altLang="ja-JP" sz="1050" dirty="0"/>
              <a:t>@ DENSO CREATE INC. ALL RIGHTS RESERVED</a:t>
            </a:r>
            <a:endParaRPr lang="ja-JP" altLang="en-US" sz="1050" dirty="0"/>
          </a:p>
        </p:txBody>
      </p:sp>
      <p:sp>
        <p:nvSpPr>
          <p:cNvPr id="9" name="テキスト ボックス 8">
            <a:extLst>
              <a:ext uri="{FF2B5EF4-FFF2-40B4-BE49-F238E27FC236}">
                <a16:creationId xmlns:a16="http://schemas.microsoft.com/office/drawing/2014/main" id="{72137E9F-6CDA-AA4B-3FAB-CD9C51C13F79}"/>
              </a:ext>
            </a:extLst>
          </p:cNvPr>
          <p:cNvSpPr txBox="1"/>
          <p:nvPr/>
        </p:nvSpPr>
        <p:spPr>
          <a:xfrm>
            <a:off x="946350" y="1100459"/>
            <a:ext cx="9592337" cy="1365246"/>
          </a:xfrm>
          <a:prstGeom prst="rect">
            <a:avLst/>
          </a:prstGeom>
          <a:noFill/>
        </p:spPr>
        <p:txBody>
          <a:bodyPr wrap="square" rtlCol="0">
            <a:spAutoFit/>
          </a:bodyPr>
          <a:lstStyle/>
          <a:p>
            <a:pPr marL="285750" indent="-285750">
              <a:buFont typeface="Arial" panose="020B0604020202020204" pitchFamily="34" charset="0"/>
              <a:buChar char="•"/>
              <a:defRPr/>
            </a:pPr>
            <a:r>
              <a:rPr kumimoji="0" lang="en-US" altLang="ja-JP" sz="1400" b="1" kern="0" dirty="0">
                <a:solidFill>
                  <a:srgbClr val="334553"/>
                </a:solidFill>
              </a:rPr>
              <a:t>Step1(25</a:t>
            </a:r>
            <a:r>
              <a:rPr kumimoji="0" lang="ja-JP" altLang="en-US" sz="1400" b="1" kern="0" dirty="0">
                <a:solidFill>
                  <a:srgbClr val="334553"/>
                </a:solidFill>
              </a:rPr>
              <a:t>年</a:t>
            </a:r>
            <a:r>
              <a:rPr kumimoji="0" lang="en-US" altLang="ja-JP" sz="1400" b="1" kern="0" dirty="0">
                <a:solidFill>
                  <a:srgbClr val="334553"/>
                </a:solidFill>
              </a:rPr>
              <a:t>9</a:t>
            </a:r>
            <a:r>
              <a:rPr kumimoji="0" lang="ja-JP" altLang="en-US" sz="1400" b="1" kern="0" dirty="0">
                <a:solidFill>
                  <a:srgbClr val="334553"/>
                </a:solidFill>
              </a:rPr>
              <a:t>月</a:t>
            </a:r>
            <a:r>
              <a:rPr kumimoji="0" lang="en-US" altLang="ja-JP" sz="1400" b="1" kern="0" dirty="0">
                <a:solidFill>
                  <a:srgbClr val="334553"/>
                </a:solidFill>
              </a:rPr>
              <a:t>~11</a:t>
            </a:r>
            <a:r>
              <a:rPr kumimoji="0" lang="ja-JP" altLang="en-US" sz="1400" b="1" kern="0" dirty="0">
                <a:solidFill>
                  <a:srgbClr val="334553"/>
                </a:solidFill>
              </a:rPr>
              <a:t>月</a:t>
            </a:r>
            <a:r>
              <a:rPr kumimoji="0" lang="en-US" altLang="ja-JP" sz="1400" b="1" kern="0" dirty="0">
                <a:solidFill>
                  <a:srgbClr val="334553"/>
                </a:solidFill>
              </a:rPr>
              <a:t>)</a:t>
            </a:r>
            <a:r>
              <a:rPr kumimoji="0" lang="ja-JP" altLang="en-US" sz="1400" b="1" kern="0" dirty="0">
                <a:solidFill>
                  <a:srgbClr val="334553"/>
                </a:solidFill>
              </a:rPr>
              <a:t>にて、 「軽量デジタル化システム」を開発</a:t>
            </a:r>
            <a:br>
              <a:rPr kumimoji="0" lang="en-US" altLang="ja-JP" sz="1400" b="1" kern="0" dirty="0">
                <a:solidFill>
                  <a:srgbClr val="334553"/>
                </a:solidFill>
              </a:rPr>
            </a:br>
            <a:r>
              <a:rPr kumimoji="0" lang="ja-JP" altLang="en-US" sz="1400" kern="0" dirty="0">
                <a:solidFill>
                  <a:srgbClr val="334553"/>
                </a:solidFill>
              </a:rPr>
              <a:t>散在した成果や記録を、 “見つかる”、“分かる”、“使える” 設計情報へと育てていくための最低限の仕組みを整備</a:t>
            </a:r>
            <a:br>
              <a:rPr kumimoji="0" lang="en-US" altLang="ja-JP" sz="1400" i="0" u="none" strike="noStrike" kern="0" cap="none" spc="0" normalizeH="0" baseline="0" noProof="0" dirty="0">
                <a:ln>
                  <a:noFill/>
                </a:ln>
                <a:solidFill>
                  <a:srgbClr val="334553"/>
                </a:solidFill>
                <a:effectLst/>
                <a:uLnTx/>
                <a:uFillTx/>
              </a:rPr>
            </a:br>
            <a:endParaRPr kumimoji="0" lang="en-US" altLang="ja-JP" sz="900" kern="0" noProof="0" dirty="0">
              <a:solidFill>
                <a:srgbClr val="334553"/>
              </a:solidFill>
            </a:endParaRPr>
          </a:p>
          <a:p>
            <a:pPr marL="285750" indent="-285750">
              <a:buFont typeface="Arial" panose="020B0604020202020204" pitchFamily="34" charset="0"/>
              <a:buChar char="•"/>
              <a:defRPr/>
            </a:pPr>
            <a:r>
              <a:rPr kumimoji="0" lang="en-US" altLang="ja-JP" sz="1400" b="1" kern="0" dirty="0">
                <a:solidFill>
                  <a:srgbClr val="334553"/>
                </a:solidFill>
              </a:rPr>
              <a:t>MRN</a:t>
            </a:r>
            <a:r>
              <a:rPr kumimoji="0" lang="ja-JP" altLang="en-US" sz="1400" b="1" kern="0" dirty="0">
                <a:solidFill>
                  <a:srgbClr val="334553"/>
                </a:solidFill>
              </a:rPr>
              <a:t>開発現場では、いくつかの改善活動が進行中</a:t>
            </a:r>
          </a:p>
          <a:p>
            <a:pPr marL="742950" lvl="1" indent="-285750">
              <a:lnSpc>
                <a:spcPct val="120000"/>
              </a:lnSpc>
              <a:buFont typeface="Wingdings" panose="05000000000000000000" pitchFamily="2" charset="2"/>
              <a:buChar char="ü"/>
              <a:defRPr/>
            </a:pPr>
            <a:r>
              <a:rPr kumimoji="0" lang="ja-JP" altLang="en-US" sz="1400" kern="0" dirty="0">
                <a:solidFill>
                  <a:srgbClr val="334553"/>
                </a:solidFill>
              </a:rPr>
              <a:t>一部の</a:t>
            </a:r>
            <a:r>
              <a:rPr kumimoji="0" lang="en-US" altLang="ja-JP" sz="1400" kern="0" dirty="0">
                <a:solidFill>
                  <a:srgbClr val="334553"/>
                </a:solidFill>
              </a:rPr>
              <a:t>ECU</a:t>
            </a:r>
            <a:r>
              <a:rPr kumimoji="0" lang="ja-JP" altLang="en-US" sz="1400" kern="0" dirty="0">
                <a:solidFill>
                  <a:srgbClr val="334553"/>
                </a:solidFill>
              </a:rPr>
              <a:t>のソフトアーキ再構築による開発効率化</a:t>
            </a:r>
            <a:endParaRPr kumimoji="0" lang="en-US" altLang="ja-JP" sz="1400" kern="0" dirty="0">
              <a:solidFill>
                <a:srgbClr val="334553"/>
              </a:solidFill>
            </a:endParaRPr>
          </a:p>
          <a:p>
            <a:pPr marL="742950" lvl="1" indent="-285750">
              <a:lnSpc>
                <a:spcPct val="120000"/>
              </a:lnSpc>
              <a:buFont typeface="Wingdings" panose="05000000000000000000" pitchFamily="2" charset="2"/>
              <a:buChar char="ü"/>
              <a:defRPr/>
            </a:pPr>
            <a:r>
              <a:rPr kumimoji="0" lang="ja-JP" altLang="en-US" sz="1400" kern="0" dirty="0">
                <a:solidFill>
                  <a:srgbClr val="334553"/>
                </a:solidFill>
              </a:rPr>
              <a:t>チームレビュー／専門家レビュー強化による品質向上 </a:t>
            </a:r>
            <a:r>
              <a:rPr kumimoji="0" lang="en-US" altLang="ja-JP" sz="1400" kern="0" dirty="0">
                <a:solidFill>
                  <a:srgbClr val="334553"/>
                </a:solidFill>
              </a:rPr>
              <a:t>&amp; </a:t>
            </a:r>
            <a:r>
              <a:rPr kumimoji="0" lang="ja-JP" altLang="en-US" sz="1400" kern="0" dirty="0">
                <a:solidFill>
                  <a:srgbClr val="334553"/>
                </a:solidFill>
              </a:rPr>
              <a:t>知見の伝承</a:t>
            </a:r>
            <a:endParaRPr kumimoji="0" lang="en-US" altLang="ja-JP" sz="1400" b="0" i="0" u="none" strike="noStrike" kern="0" cap="none" spc="0" normalizeH="0" baseline="0" noProof="0" dirty="0">
              <a:ln>
                <a:noFill/>
              </a:ln>
              <a:solidFill>
                <a:srgbClr val="334553"/>
              </a:solidFill>
              <a:effectLst/>
              <a:uLnTx/>
              <a:uFillTx/>
            </a:endParaRPr>
          </a:p>
        </p:txBody>
      </p:sp>
      <p:sp>
        <p:nvSpPr>
          <p:cNvPr id="10" name="テキスト ボックス 9">
            <a:extLst>
              <a:ext uri="{FF2B5EF4-FFF2-40B4-BE49-F238E27FC236}">
                <a16:creationId xmlns:a16="http://schemas.microsoft.com/office/drawing/2014/main" id="{4978F432-311D-AFBB-1CDE-CC3EA35AECC2}"/>
              </a:ext>
            </a:extLst>
          </p:cNvPr>
          <p:cNvSpPr txBox="1"/>
          <p:nvPr/>
        </p:nvSpPr>
        <p:spPr>
          <a:xfrm>
            <a:off x="567410" y="2568681"/>
            <a:ext cx="5026566"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b="1" u="sng" kern="0" dirty="0">
                <a:solidFill>
                  <a:srgbClr val="334553"/>
                </a:solidFill>
              </a:rPr>
              <a:t>基本方針</a:t>
            </a:r>
            <a:r>
              <a:rPr kumimoji="0" lang="ja-JP" altLang="en-US" sz="1400" b="1" kern="0" dirty="0">
                <a:solidFill>
                  <a:srgbClr val="334553"/>
                </a:solidFill>
              </a:rPr>
              <a:t>（改善活動の定着・深化）</a:t>
            </a:r>
            <a:endParaRPr kumimoji="0" lang="ja-JP" altLang="en-US" sz="1800" b="1" i="0" strike="noStrike" kern="0" cap="none" spc="0" normalizeH="0" baseline="0" noProof="0" dirty="0">
              <a:ln>
                <a:noFill/>
              </a:ln>
              <a:solidFill>
                <a:srgbClr val="334553"/>
              </a:solidFill>
              <a:effectLst/>
              <a:uLnTx/>
              <a:uFillTx/>
            </a:endParaRPr>
          </a:p>
        </p:txBody>
      </p:sp>
      <p:sp>
        <p:nvSpPr>
          <p:cNvPr id="11" name="テキスト ボックス 10">
            <a:extLst>
              <a:ext uri="{FF2B5EF4-FFF2-40B4-BE49-F238E27FC236}">
                <a16:creationId xmlns:a16="http://schemas.microsoft.com/office/drawing/2014/main" id="{86EEBE05-21F7-CA26-100A-36E88682579A}"/>
              </a:ext>
            </a:extLst>
          </p:cNvPr>
          <p:cNvSpPr txBox="1"/>
          <p:nvPr/>
        </p:nvSpPr>
        <p:spPr>
          <a:xfrm>
            <a:off x="946350" y="2966883"/>
            <a:ext cx="11256763" cy="2046714"/>
          </a:xfrm>
          <a:prstGeom prst="rect">
            <a:avLst/>
          </a:prstGeom>
          <a:noFill/>
        </p:spPr>
        <p:txBody>
          <a:bodyPr wrap="square" rtlCol="0">
            <a:spAutoFit/>
          </a:bodyPr>
          <a:lstStyle/>
          <a:p>
            <a:pPr>
              <a:defRPr/>
            </a:pPr>
            <a:r>
              <a:rPr kumimoji="0" lang="ja-JP" altLang="en-US" sz="1600" b="1" i="0" u="none" strike="noStrike" kern="0" cap="none" spc="0" normalizeH="0" baseline="0" noProof="0" dirty="0">
                <a:ln>
                  <a:noFill/>
                </a:ln>
                <a:solidFill>
                  <a:srgbClr val="334553"/>
                </a:solidFill>
                <a:effectLst/>
                <a:uLnTx/>
                <a:uFillTx/>
              </a:rPr>
              <a:t>現在進行中の現場の改善活動・意欲を最大限尊重し、それを地に足付け、さらに軌道に乗せる </a:t>
            </a:r>
            <a:br>
              <a:rPr kumimoji="0" lang="en-US" altLang="ja-JP" sz="1600" b="1" i="0" u="none" strike="noStrike" kern="0" cap="none" spc="0" normalizeH="0" baseline="0" noProof="0" dirty="0">
                <a:ln>
                  <a:noFill/>
                </a:ln>
                <a:solidFill>
                  <a:srgbClr val="334553"/>
                </a:solidFill>
                <a:effectLst/>
                <a:uLnTx/>
                <a:uFillTx/>
              </a:rPr>
            </a:br>
            <a:r>
              <a:rPr kumimoji="0" lang="en-US" altLang="ja-JP" sz="1600" b="1" i="0" u="none" strike="noStrike" kern="0" cap="none" spc="0" normalizeH="0" baseline="0" noProof="0" dirty="0">
                <a:ln>
                  <a:noFill/>
                </a:ln>
                <a:solidFill>
                  <a:srgbClr val="334553"/>
                </a:solidFill>
                <a:effectLst/>
                <a:uLnTx/>
                <a:uFillTx/>
              </a:rPr>
              <a:t>(</a:t>
            </a:r>
            <a:r>
              <a:rPr kumimoji="0" lang="ja-JP" altLang="en-US" sz="1600" b="1" i="0" u="none" strike="noStrike" kern="0" cap="none" spc="0" normalizeH="0" baseline="0" noProof="0" dirty="0">
                <a:ln>
                  <a:noFill/>
                </a:ln>
                <a:solidFill>
                  <a:srgbClr val="334553"/>
                </a:solidFill>
                <a:effectLst/>
                <a:uLnTx/>
                <a:uFillTx/>
              </a:rPr>
              <a:t>改善の効果を実感できるようにする</a:t>
            </a:r>
            <a:r>
              <a:rPr kumimoji="0" lang="en-US" altLang="ja-JP" sz="1600" b="1" i="0" u="none" strike="noStrike" kern="0" cap="none" spc="0" normalizeH="0" baseline="0" noProof="0" dirty="0">
                <a:ln>
                  <a:noFill/>
                </a:ln>
                <a:solidFill>
                  <a:srgbClr val="334553"/>
                </a:solidFill>
                <a:effectLst/>
                <a:uLnTx/>
                <a:uFillTx/>
              </a:rPr>
              <a:t>)</a:t>
            </a:r>
          </a:p>
          <a:p>
            <a:pPr>
              <a:defRPr/>
            </a:pPr>
            <a:endParaRPr kumimoji="0" lang="en-US" altLang="ja-JP" sz="1600" b="1" i="0" u="none" strike="noStrike" kern="0" cap="none" spc="0" normalizeH="0" baseline="0" noProof="0" dirty="0">
              <a:ln>
                <a:noFill/>
              </a:ln>
              <a:solidFill>
                <a:srgbClr val="334553"/>
              </a:solidFill>
              <a:effectLst/>
              <a:uLnTx/>
              <a:uFillTx/>
            </a:endParaRPr>
          </a:p>
          <a:p>
            <a:pPr marL="342900" indent="-342900">
              <a:buFont typeface="+mj-ea"/>
              <a:buAutoNum type="circleNumDbPlain"/>
              <a:defRPr/>
            </a:pPr>
            <a:r>
              <a:rPr kumimoji="0" lang="ja-JP" altLang="en-US" sz="1400" b="1" kern="0" dirty="0">
                <a:solidFill>
                  <a:srgbClr val="334553"/>
                </a:solidFill>
              </a:rPr>
              <a:t>改善中の設計情報の可視化と共有・認知促進</a:t>
            </a:r>
            <a:br>
              <a:rPr kumimoji="0" lang="en-US" altLang="ja-JP" sz="1400" b="1" kern="0" dirty="0">
                <a:solidFill>
                  <a:srgbClr val="334553"/>
                </a:solidFill>
              </a:rPr>
            </a:br>
            <a:r>
              <a:rPr kumimoji="0" lang="ja-JP" altLang="en-US" sz="1400" kern="0" dirty="0">
                <a:solidFill>
                  <a:srgbClr val="334553"/>
                </a:solidFill>
              </a:rPr>
              <a:t>アーキ再構築を進めている</a:t>
            </a:r>
            <a:r>
              <a:rPr kumimoji="0" lang="en-US" altLang="ja-JP" sz="1400" kern="0" dirty="0">
                <a:solidFill>
                  <a:srgbClr val="334553"/>
                </a:solidFill>
              </a:rPr>
              <a:t>ECU</a:t>
            </a:r>
            <a:r>
              <a:rPr kumimoji="0" lang="ja-JP" altLang="en-US" sz="1400" kern="0" dirty="0">
                <a:solidFill>
                  <a:srgbClr val="334553"/>
                </a:solidFill>
              </a:rPr>
              <a:t>を対象に、その設計情報を可視化し、</a:t>
            </a:r>
            <a:br>
              <a:rPr kumimoji="0" lang="en-US" altLang="ja-JP" sz="1400" kern="0" dirty="0">
                <a:solidFill>
                  <a:srgbClr val="334553"/>
                </a:solidFill>
              </a:rPr>
            </a:br>
            <a:r>
              <a:rPr kumimoji="0" lang="ja-JP" altLang="en-US" sz="1400" kern="0" dirty="0">
                <a:solidFill>
                  <a:srgbClr val="334553"/>
                </a:solidFill>
              </a:rPr>
              <a:t>アーキ設計者の意図を現場が認知 </a:t>
            </a:r>
            <a:r>
              <a:rPr kumimoji="0" lang="en-US" altLang="ja-JP" sz="1400" kern="0" dirty="0">
                <a:solidFill>
                  <a:srgbClr val="334553"/>
                </a:solidFill>
              </a:rPr>
              <a:t>&amp; </a:t>
            </a:r>
            <a:r>
              <a:rPr kumimoji="0" lang="ja-JP" altLang="en-US" sz="1400" kern="0" dirty="0">
                <a:solidFill>
                  <a:srgbClr val="334553"/>
                </a:solidFill>
              </a:rPr>
              <a:t>アーキに対する現場成果の状況をアーキ設計者が認知出来るようにする</a:t>
            </a:r>
            <a:br>
              <a:rPr kumimoji="0" lang="en-US" altLang="ja-JP" sz="1400" i="0" u="none" strike="noStrike" kern="0" cap="none" spc="0" normalizeH="0" baseline="0" noProof="0" dirty="0">
                <a:ln>
                  <a:noFill/>
                </a:ln>
                <a:solidFill>
                  <a:srgbClr val="334553"/>
                </a:solidFill>
                <a:effectLst/>
                <a:uLnTx/>
                <a:uFillTx/>
              </a:rPr>
            </a:br>
            <a:endParaRPr kumimoji="0" lang="en-US" altLang="ja-JP" sz="900" i="0" u="none" strike="noStrike" kern="0" cap="none" spc="0" normalizeH="0" baseline="0" dirty="0">
              <a:ln>
                <a:noFill/>
              </a:ln>
              <a:solidFill>
                <a:srgbClr val="334553"/>
              </a:solidFill>
              <a:effectLst/>
              <a:uLnTx/>
              <a:uFillTx/>
            </a:endParaRPr>
          </a:p>
          <a:p>
            <a:pPr marL="342900" indent="-342900">
              <a:buFont typeface="+mj-ea"/>
              <a:buAutoNum type="circleNumDbPlain"/>
              <a:defRPr/>
            </a:pPr>
            <a:r>
              <a:rPr kumimoji="0" lang="ja-JP" altLang="en-US" sz="1400" b="1" kern="0" dirty="0">
                <a:solidFill>
                  <a:srgbClr val="334553"/>
                </a:solidFill>
              </a:rPr>
              <a:t>チームレビュー／専門家レビュー の結果を活用した品質フィードバックサイクル実現</a:t>
            </a:r>
            <a:br>
              <a:rPr kumimoji="0" lang="en-US" altLang="ja-JP" sz="1400" b="1" kern="0" dirty="0">
                <a:solidFill>
                  <a:srgbClr val="334553"/>
                </a:solidFill>
              </a:rPr>
            </a:br>
            <a:r>
              <a:rPr kumimoji="0" lang="ja-JP" altLang="en-US" sz="1400" kern="0" dirty="0">
                <a:solidFill>
                  <a:srgbClr val="334553"/>
                </a:solidFill>
              </a:rPr>
              <a:t>レビューを「やりました」「終わりました」でなく、レビューで得られた／気づいた設計知見・品質知見を活かせるようにする</a:t>
            </a:r>
            <a:endParaRPr kumimoji="0" lang="en-US" altLang="ja-JP" sz="1600" b="1" i="0" u="none" strike="noStrike" kern="0" cap="none" spc="0" normalizeH="0" baseline="0" noProof="0" dirty="0">
              <a:ln>
                <a:noFill/>
              </a:ln>
              <a:solidFill>
                <a:srgbClr val="334553"/>
              </a:solidFill>
              <a:effectLst/>
              <a:uLnTx/>
              <a:uFillTx/>
            </a:endParaRPr>
          </a:p>
        </p:txBody>
      </p:sp>
      <p:sp>
        <p:nvSpPr>
          <p:cNvPr id="7" name="雲 6">
            <a:extLst>
              <a:ext uri="{FF2B5EF4-FFF2-40B4-BE49-F238E27FC236}">
                <a16:creationId xmlns:a16="http://schemas.microsoft.com/office/drawing/2014/main" id="{5DEF19D3-0E29-F868-42FA-0A62B1EF5B37}"/>
              </a:ext>
            </a:extLst>
          </p:cNvPr>
          <p:cNvSpPr/>
          <p:nvPr/>
        </p:nvSpPr>
        <p:spPr>
          <a:xfrm>
            <a:off x="7640683" y="5163951"/>
            <a:ext cx="4439608" cy="876498"/>
          </a:xfrm>
          <a:prstGeom prst="cloud">
            <a:avLst/>
          </a:prstGeom>
          <a:solidFill>
            <a:schemeClr val="accent1">
              <a:lumMod val="40000"/>
              <a:lumOff val="60000"/>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r>
              <a:rPr lang="ja-JP" altLang="en-US" sz="1050" dirty="0">
                <a:solidFill>
                  <a:srgbClr val="009BC6"/>
                </a:solidFill>
              </a:rPr>
              <a:t>この活動で効果の実感／実績を得て、</a:t>
            </a:r>
            <a:endParaRPr lang="en-US" altLang="ja-JP" sz="1050" dirty="0">
              <a:solidFill>
                <a:srgbClr val="009BC6"/>
              </a:solidFill>
            </a:endParaRPr>
          </a:p>
          <a:p>
            <a:r>
              <a:rPr lang="ja-JP" altLang="en-US" sz="1050" b="1" dirty="0">
                <a:solidFill>
                  <a:srgbClr val="009BC6"/>
                </a:solidFill>
              </a:rPr>
              <a:t>別</a:t>
            </a:r>
            <a:r>
              <a:rPr lang="en-US" altLang="ja-JP" sz="1050" b="1" dirty="0">
                <a:solidFill>
                  <a:srgbClr val="009BC6"/>
                </a:solidFill>
              </a:rPr>
              <a:t>ECU</a:t>
            </a:r>
            <a:r>
              <a:rPr lang="ja-JP" altLang="en-US" sz="1050" b="1" dirty="0">
                <a:solidFill>
                  <a:srgbClr val="009BC6"/>
                </a:solidFill>
              </a:rPr>
              <a:t>への水平展開 や</a:t>
            </a:r>
            <a:r>
              <a:rPr lang="en-US" altLang="ja-JP" sz="1050" b="1" dirty="0">
                <a:solidFill>
                  <a:srgbClr val="009BC6"/>
                </a:solidFill>
              </a:rPr>
              <a:t> </a:t>
            </a:r>
            <a:r>
              <a:rPr lang="ja-JP" altLang="en-US" sz="1050" b="1" dirty="0">
                <a:solidFill>
                  <a:srgbClr val="009BC6"/>
                </a:solidFill>
              </a:rPr>
              <a:t>上流</a:t>
            </a:r>
            <a:r>
              <a:rPr lang="en-US" altLang="ja-JP" sz="1050" b="1" dirty="0">
                <a:solidFill>
                  <a:srgbClr val="009BC6"/>
                </a:solidFill>
              </a:rPr>
              <a:t>(</a:t>
            </a:r>
            <a:r>
              <a:rPr lang="ja-JP" altLang="en-US" sz="1050" b="1" dirty="0">
                <a:solidFill>
                  <a:srgbClr val="009BC6"/>
                </a:solidFill>
              </a:rPr>
              <a:t>システム領域など</a:t>
            </a:r>
            <a:r>
              <a:rPr lang="en-US" altLang="ja-JP" sz="1050" b="1" dirty="0">
                <a:solidFill>
                  <a:srgbClr val="009BC6"/>
                </a:solidFill>
              </a:rPr>
              <a:t>)</a:t>
            </a:r>
            <a:r>
              <a:rPr lang="ja-JP" altLang="en-US" sz="1050" b="1" dirty="0">
                <a:solidFill>
                  <a:srgbClr val="009BC6"/>
                </a:solidFill>
              </a:rPr>
              <a:t>への垂直展開</a:t>
            </a:r>
            <a:endParaRPr lang="en-US" altLang="ja-JP" sz="1050" b="1" dirty="0">
              <a:solidFill>
                <a:srgbClr val="009BC6"/>
              </a:solidFill>
            </a:endParaRPr>
          </a:p>
          <a:p>
            <a:r>
              <a:rPr lang="ja-JP" altLang="en-US" sz="1050" dirty="0">
                <a:solidFill>
                  <a:srgbClr val="009BC6"/>
                </a:solidFill>
              </a:rPr>
              <a:t>に繋げていく</a:t>
            </a:r>
            <a:endParaRPr lang="en-US" altLang="ja-JP" sz="1050" dirty="0">
              <a:solidFill>
                <a:srgbClr val="009BC6"/>
              </a:solidFill>
            </a:endParaRPr>
          </a:p>
        </p:txBody>
      </p:sp>
    </p:spTree>
    <p:extLst>
      <p:ext uri="{BB962C8B-B14F-4D97-AF65-F5344CB8AC3E}">
        <p14:creationId xmlns:p14="http://schemas.microsoft.com/office/powerpoint/2010/main" val="40675084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BF60F3C-9063-29F8-AA0B-987F7ABA5D17}"/>
              </a:ext>
            </a:extLst>
          </p:cNvPr>
          <p:cNvSpPr>
            <a:spLocks noGrp="1"/>
          </p:cNvSpPr>
          <p:nvPr>
            <p:ph type="title"/>
          </p:nvPr>
        </p:nvSpPr>
        <p:spPr>
          <a:xfrm>
            <a:off x="0" y="264004"/>
            <a:ext cx="12203113" cy="371819"/>
          </a:xfrm>
        </p:spPr>
        <p:txBody>
          <a:bodyPr>
            <a:normAutofit fontScale="90000"/>
          </a:bodyPr>
          <a:lstStyle/>
          <a:p>
            <a:r>
              <a:rPr lang="ja-JP" altLang="en-US" dirty="0">
                <a:latin typeface="Meiryo UI" panose="020B0604030504040204" pitchFamily="50" charset="-128"/>
                <a:ea typeface="Meiryo UI" panose="020B0604030504040204" pitchFamily="50" charset="-128"/>
              </a:rPr>
              <a:t> </a:t>
            </a:r>
            <a:r>
              <a:rPr lang="en-US" altLang="ja-JP" dirty="0">
                <a:latin typeface="Meiryo UI" panose="020B0604030504040204" pitchFamily="50" charset="-128"/>
                <a:ea typeface="Meiryo UI" panose="020B0604030504040204" pitchFamily="50" charset="-128"/>
              </a:rPr>
              <a:t>Step2 </a:t>
            </a:r>
            <a:r>
              <a:rPr lang="ja-JP" altLang="en-US" dirty="0">
                <a:latin typeface="Meiryo UI" panose="020B0604030504040204" pitchFamily="50" charset="-128"/>
                <a:ea typeface="Meiryo UI" panose="020B0604030504040204" pitchFamily="50" charset="-128"/>
              </a:rPr>
              <a:t>のゴール</a:t>
            </a:r>
            <a:endParaRPr kumimoji="1" lang="ja-JP" altLang="en-US" dirty="0">
              <a:latin typeface="Meiryo UI" panose="020B0604030504040204" pitchFamily="50" charset="-128"/>
              <a:ea typeface="Meiryo UI" panose="020B0604030504040204" pitchFamily="50" charset="-128"/>
            </a:endParaRPr>
          </a:p>
        </p:txBody>
      </p:sp>
      <p:sp>
        <p:nvSpPr>
          <p:cNvPr id="4" name="スライド番号プレースホルダー 3">
            <a:extLst>
              <a:ext uri="{FF2B5EF4-FFF2-40B4-BE49-F238E27FC236}">
                <a16:creationId xmlns:a16="http://schemas.microsoft.com/office/drawing/2014/main" id="{38D8C443-402F-F282-DB0A-FAA82B3EFC45}"/>
              </a:ext>
            </a:extLst>
          </p:cNvPr>
          <p:cNvSpPr>
            <a:spLocks noGrp="1"/>
          </p:cNvSpPr>
          <p:nvPr>
            <p:ph type="sldNum" sz="quarter" idx="4"/>
          </p:nvPr>
        </p:nvSpPr>
        <p:spPr>
          <a:xfrm>
            <a:off x="10981038" y="6389169"/>
            <a:ext cx="974124" cy="365125"/>
          </a:xfrm>
          <a:prstGeom prst="rect">
            <a:avLst/>
          </a:prstGeom>
        </p:spPr>
        <p:txBody>
          <a:bodyPr vert="horz" lIns="91440" tIns="45720" rIns="91440" bIns="45720" rtlCol="0" anchor="ctr"/>
          <a:lstStyle>
            <a:defPPr>
              <a:defRPr lang="ja-JP"/>
            </a:defPPr>
            <a:lvl1pPr marL="0" algn="r" defTabSz="914400" rtl="0" eaLnBrk="1" latinLnBrk="0" hangingPunct="1">
              <a:defRPr kumimoji="1" sz="1200" kern="1200">
                <a:solidFill>
                  <a:schemeClr val="bg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735A7A7C-BEC2-C94F-A7A0-F0086A0BE3BB}" type="slidenum">
              <a:rPr lang="ja-JP" altLang="en-US" smtClean="0"/>
              <a:pPr/>
              <a:t>4</a:t>
            </a:fld>
            <a:endParaRPr lang="ja-JP" altLang="en-US"/>
          </a:p>
        </p:txBody>
      </p:sp>
      <p:sp>
        <p:nvSpPr>
          <p:cNvPr id="16" name="テキスト ボックス 15">
            <a:extLst>
              <a:ext uri="{FF2B5EF4-FFF2-40B4-BE49-F238E27FC236}">
                <a16:creationId xmlns:a16="http://schemas.microsoft.com/office/drawing/2014/main" id="{E433186D-6A65-7BF2-0CFC-AF14213327B5}"/>
              </a:ext>
            </a:extLst>
          </p:cNvPr>
          <p:cNvSpPr txBox="1"/>
          <p:nvPr/>
        </p:nvSpPr>
        <p:spPr>
          <a:xfrm>
            <a:off x="567409" y="702257"/>
            <a:ext cx="5028405"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1800" b="1" i="0" u="sng" strike="noStrike" kern="0" cap="none" spc="0" normalizeH="0" baseline="0" noProof="0" dirty="0">
                <a:ln>
                  <a:noFill/>
                </a:ln>
                <a:solidFill>
                  <a:srgbClr val="334553"/>
                </a:solidFill>
                <a:effectLst/>
                <a:uLnTx/>
                <a:uFillTx/>
              </a:rPr>
              <a:t>”</a:t>
            </a:r>
            <a:r>
              <a:rPr kumimoji="0" lang="ja-JP" altLang="en-US" sz="1800" b="1" i="0" u="sng" strike="noStrike" kern="0" cap="none" spc="0" normalizeH="0" baseline="0" noProof="0" dirty="0">
                <a:ln>
                  <a:noFill/>
                </a:ln>
                <a:solidFill>
                  <a:srgbClr val="334553"/>
                </a:solidFill>
                <a:effectLst/>
                <a:uLnTx/>
                <a:uFillTx/>
              </a:rPr>
              <a:t>探せる・知れる</a:t>
            </a:r>
            <a:r>
              <a:rPr kumimoji="0" lang="en-US" altLang="ja-JP" sz="1800" b="1" i="0" u="sng" strike="noStrike" kern="0" cap="none" spc="0" normalizeH="0" baseline="0" noProof="0" dirty="0">
                <a:ln>
                  <a:noFill/>
                </a:ln>
                <a:solidFill>
                  <a:srgbClr val="334553"/>
                </a:solidFill>
                <a:effectLst/>
                <a:uLnTx/>
                <a:uFillTx/>
              </a:rPr>
              <a:t>“</a:t>
            </a:r>
            <a:r>
              <a:rPr kumimoji="0" lang="ja-JP" altLang="en-US" sz="1800" b="1" i="0" u="sng" strike="noStrike" kern="0" cap="none" spc="0" normalizeH="0" baseline="0" noProof="0" dirty="0">
                <a:ln>
                  <a:noFill/>
                </a:ln>
                <a:solidFill>
                  <a:srgbClr val="334553"/>
                </a:solidFill>
                <a:effectLst/>
                <a:uLnTx/>
                <a:uFillTx/>
              </a:rPr>
              <a:t>のステップを踏みしめ、効果を実感</a:t>
            </a:r>
          </a:p>
        </p:txBody>
      </p:sp>
      <p:sp>
        <p:nvSpPr>
          <p:cNvPr id="5" name="フッター プレースホルダー 4">
            <a:extLst>
              <a:ext uri="{FF2B5EF4-FFF2-40B4-BE49-F238E27FC236}">
                <a16:creationId xmlns:a16="http://schemas.microsoft.com/office/drawing/2014/main" id="{394B5D0F-7032-676B-76D3-2AD731B3921C}"/>
              </a:ext>
            </a:extLst>
          </p:cNvPr>
          <p:cNvSpPr>
            <a:spLocks noGrp="1"/>
          </p:cNvSpPr>
          <p:nvPr>
            <p:ph type="ftr" sz="quarter" idx="3"/>
          </p:nvPr>
        </p:nvSpPr>
        <p:spPr>
          <a:xfrm>
            <a:off x="1821991" y="6362236"/>
            <a:ext cx="6338841" cy="365463"/>
          </a:xfrm>
        </p:spPr>
        <p:txBody>
          <a:bodyPr/>
          <a:lstStyle/>
          <a:p>
            <a:r>
              <a:rPr lang="ja-JP" altLang="en-US" sz="1000" dirty="0"/>
              <a:t>設計成果デジタル化の軽量運用企画</a:t>
            </a:r>
            <a:r>
              <a:rPr lang="ja-JP" altLang="en-US" dirty="0"/>
              <a:t>　／　株式会社デンソークリエイト</a:t>
            </a:r>
            <a:endParaRPr lang="en-US" altLang="ja-JP" dirty="0"/>
          </a:p>
          <a:p>
            <a:r>
              <a:rPr lang="en-US" altLang="ja-JP" sz="1050" dirty="0"/>
              <a:t>@ DENSO CREATE INC. ALL RIGHTS RESERVED</a:t>
            </a:r>
            <a:endParaRPr lang="ja-JP" altLang="en-US" sz="1050" dirty="0"/>
          </a:p>
        </p:txBody>
      </p:sp>
      <p:sp>
        <p:nvSpPr>
          <p:cNvPr id="9" name="テキスト ボックス 8">
            <a:extLst>
              <a:ext uri="{FF2B5EF4-FFF2-40B4-BE49-F238E27FC236}">
                <a16:creationId xmlns:a16="http://schemas.microsoft.com/office/drawing/2014/main" id="{72137E9F-6CDA-AA4B-3FAB-CD9C51C13F79}"/>
              </a:ext>
            </a:extLst>
          </p:cNvPr>
          <p:cNvSpPr txBox="1"/>
          <p:nvPr/>
        </p:nvSpPr>
        <p:spPr>
          <a:xfrm>
            <a:off x="946350" y="1100459"/>
            <a:ext cx="10278999" cy="1092607"/>
          </a:xfrm>
          <a:prstGeom prst="rect">
            <a:avLst/>
          </a:prstGeom>
          <a:noFill/>
        </p:spPr>
        <p:txBody>
          <a:bodyPr wrap="square" rtlCol="0">
            <a:spAutoFit/>
          </a:bodyPr>
          <a:lstStyle/>
          <a:p>
            <a:pPr marL="285750" indent="-285750">
              <a:buFont typeface="Arial" panose="020B0604020202020204" pitchFamily="34" charset="0"/>
              <a:buChar char="•"/>
              <a:defRPr/>
            </a:pPr>
            <a:r>
              <a:rPr kumimoji="0" lang="ja-JP" altLang="en-US" sz="1400" b="1" kern="0" dirty="0">
                <a:solidFill>
                  <a:srgbClr val="334553"/>
                </a:solidFill>
              </a:rPr>
              <a:t>自分達がやっていること／作っている成果が </a:t>
            </a:r>
            <a:r>
              <a:rPr kumimoji="0" lang="en-US" altLang="ja-JP" sz="1400" b="1" kern="0" dirty="0">
                <a:solidFill>
                  <a:srgbClr val="F74D5A"/>
                </a:solidFill>
              </a:rPr>
              <a:t>“</a:t>
            </a:r>
            <a:r>
              <a:rPr kumimoji="0" lang="ja-JP" altLang="en-US" sz="1400" b="1" kern="0" dirty="0">
                <a:solidFill>
                  <a:srgbClr val="F74D5A"/>
                </a:solidFill>
              </a:rPr>
              <a:t>探せる・知れる</a:t>
            </a:r>
            <a:r>
              <a:rPr kumimoji="0" lang="en-US" altLang="ja-JP" sz="1400" b="1" kern="0" dirty="0">
                <a:solidFill>
                  <a:srgbClr val="F74D5A"/>
                </a:solidFill>
              </a:rPr>
              <a:t>” </a:t>
            </a:r>
            <a:r>
              <a:rPr kumimoji="0" lang="ja-JP" altLang="en-US" sz="1400" b="1" kern="0" dirty="0">
                <a:solidFill>
                  <a:srgbClr val="F74D5A"/>
                </a:solidFill>
              </a:rPr>
              <a:t>ことによる効果を実感</a:t>
            </a:r>
            <a:r>
              <a:rPr kumimoji="0" lang="ja-JP" altLang="en-US" sz="1400" b="1" kern="0" dirty="0">
                <a:solidFill>
                  <a:srgbClr val="334553"/>
                </a:solidFill>
              </a:rPr>
              <a:t>している</a:t>
            </a:r>
            <a:endParaRPr kumimoji="0" lang="en-US" altLang="ja-JP" sz="1400" b="1" kern="0" dirty="0">
              <a:solidFill>
                <a:srgbClr val="334553"/>
              </a:solidFill>
            </a:endParaRPr>
          </a:p>
          <a:p>
            <a:pPr marL="285750" indent="-285750">
              <a:buFont typeface="Arial" panose="020B0604020202020204" pitchFamily="34" charset="0"/>
              <a:buChar char="•"/>
              <a:defRPr/>
            </a:pPr>
            <a:endParaRPr kumimoji="0" lang="en-US" altLang="ja-JP" sz="900" b="1" kern="0" dirty="0">
              <a:solidFill>
                <a:srgbClr val="334553"/>
              </a:solidFill>
            </a:endParaRPr>
          </a:p>
          <a:p>
            <a:pPr marL="285750" indent="-285750">
              <a:buFont typeface="Arial" panose="020B0604020202020204" pitchFamily="34" charset="0"/>
              <a:buChar char="•"/>
              <a:defRPr/>
            </a:pPr>
            <a:r>
              <a:rPr kumimoji="0" lang="ja-JP" altLang="en-US" sz="1400" b="1" kern="0" dirty="0">
                <a:solidFill>
                  <a:srgbClr val="334553"/>
                </a:solidFill>
              </a:rPr>
              <a:t>プロセス（行動）</a:t>
            </a:r>
            <a:r>
              <a:rPr kumimoji="0" lang="en-US" altLang="ja-JP" sz="1400" b="1" kern="0" dirty="0">
                <a:solidFill>
                  <a:srgbClr val="334553"/>
                </a:solidFill>
              </a:rPr>
              <a:t>/</a:t>
            </a:r>
            <a:r>
              <a:rPr kumimoji="0" lang="ja-JP" altLang="en-US" sz="1400" b="1" kern="0" dirty="0">
                <a:solidFill>
                  <a:srgbClr val="334553"/>
                </a:solidFill>
              </a:rPr>
              <a:t>プロダクト（設計成果）の両側面に対して、</a:t>
            </a:r>
            <a:br>
              <a:rPr kumimoji="0" lang="en-US" altLang="ja-JP" sz="1400" b="1" kern="0" dirty="0">
                <a:solidFill>
                  <a:srgbClr val="334553"/>
                </a:solidFill>
              </a:rPr>
            </a:br>
            <a:r>
              <a:rPr kumimoji="0" lang="en-US" altLang="ja-JP" sz="1400" b="1" kern="0" dirty="0">
                <a:solidFill>
                  <a:srgbClr val="334553"/>
                </a:solidFill>
              </a:rPr>
              <a:t>“</a:t>
            </a:r>
            <a:r>
              <a:rPr kumimoji="0" lang="ja-JP" altLang="en-US" sz="1400" b="1" kern="0" dirty="0">
                <a:solidFill>
                  <a:srgbClr val="334553"/>
                </a:solidFill>
              </a:rPr>
              <a:t>うまく出来ていること</a:t>
            </a:r>
            <a:r>
              <a:rPr kumimoji="0" lang="en-US" altLang="ja-JP" sz="1400" b="1" kern="0" dirty="0">
                <a:solidFill>
                  <a:srgbClr val="334553"/>
                </a:solidFill>
              </a:rPr>
              <a:t>”</a:t>
            </a:r>
            <a:r>
              <a:rPr kumimoji="0" lang="ja-JP" altLang="en-US" sz="1400" b="1" kern="0" dirty="0">
                <a:solidFill>
                  <a:srgbClr val="334553"/>
                </a:solidFill>
              </a:rPr>
              <a:t>、</a:t>
            </a:r>
            <a:r>
              <a:rPr kumimoji="0" lang="en-US" altLang="ja-JP" sz="1400" b="1" kern="0" dirty="0">
                <a:solidFill>
                  <a:srgbClr val="334553"/>
                </a:solidFill>
              </a:rPr>
              <a:t>”</a:t>
            </a:r>
            <a:r>
              <a:rPr kumimoji="0" lang="ja-JP" altLang="en-US" sz="1400" b="1" kern="0" dirty="0">
                <a:solidFill>
                  <a:srgbClr val="334553"/>
                </a:solidFill>
              </a:rPr>
              <a:t>分かっているけど出来ていないこと</a:t>
            </a:r>
            <a:r>
              <a:rPr kumimoji="0" lang="en-US" altLang="ja-JP" sz="1400" b="1" kern="0" dirty="0">
                <a:solidFill>
                  <a:srgbClr val="334553"/>
                </a:solidFill>
              </a:rPr>
              <a:t>”</a:t>
            </a:r>
            <a:r>
              <a:rPr kumimoji="0" lang="ja-JP" altLang="en-US" sz="1400" b="1" kern="0" dirty="0">
                <a:solidFill>
                  <a:srgbClr val="334553"/>
                </a:solidFill>
              </a:rPr>
              <a:t>、</a:t>
            </a:r>
            <a:r>
              <a:rPr kumimoji="0" lang="en-US" altLang="ja-JP" sz="1400" b="1" kern="0" dirty="0">
                <a:solidFill>
                  <a:srgbClr val="334553"/>
                </a:solidFill>
              </a:rPr>
              <a:t>”</a:t>
            </a:r>
            <a:r>
              <a:rPr kumimoji="0" lang="ja-JP" altLang="en-US" sz="1400" b="1" kern="0" dirty="0">
                <a:solidFill>
                  <a:srgbClr val="334553"/>
                </a:solidFill>
              </a:rPr>
              <a:t>分かっていないこと</a:t>
            </a:r>
            <a:r>
              <a:rPr kumimoji="0" lang="en-US" altLang="ja-JP" sz="1400" b="1" kern="0" dirty="0">
                <a:solidFill>
                  <a:srgbClr val="334553"/>
                </a:solidFill>
              </a:rPr>
              <a:t>” </a:t>
            </a:r>
            <a:r>
              <a:rPr kumimoji="0" lang="ja-JP" altLang="en-US" sz="1400" b="1" kern="0" dirty="0">
                <a:solidFill>
                  <a:srgbClr val="334553"/>
                </a:solidFill>
              </a:rPr>
              <a:t>を</a:t>
            </a:r>
            <a:r>
              <a:rPr kumimoji="0" lang="ja-JP" altLang="en-US" sz="1400" b="1" kern="0" dirty="0">
                <a:solidFill>
                  <a:srgbClr val="F74D5A"/>
                </a:solidFill>
              </a:rPr>
              <a:t>認知</a:t>
            </a:r>
            <a:r>
              <a:rPr kumimoji="0" lang="ja-JP" altLang="en-US" sz="1400" b="1" kern="0" dirty="0">
                <a:solidFill>
                  <a:srgbClr val="334553"/>
                </a:solidFill>
              </a:rPr>
              <a:t>し、</a:t>
            </a:r>
            <a:br>
              <a:rPr kumimoji="0" lang="en-US" altLang="ja-JP" sz="1400" b="1" kern="0" dirty="0">
                <a:solidFill>
                  <a:srgbClr val="334553"/>
                </a:solidFill>
              </a:rPr>
            </a:br>
            <a:r>
              <a:rPr kumimoji="0" lang="ja-JP" altLang="en-US" sz="1400" b="1" kern="0" dirty="0">
                <a:solidFill>
                  <a:srgbClr val="F74D5A"/>
                </a:solidFill>
              </a:rPr>
              <a:t>チーム共通の課題認識を形成</a:t>
            </a:r>
            <a:r>
              <a:rPr kumimoji="0" lang="ja-JP" altLang="en-US" sz="1400" b="1" kern="0" dirty="0">
                <a:solidFill>
                  <a:srgbClr val="334553"/>
                </a:solidFill>
              </a:rPr>
              <a:t>できている</a:t>
            </a:r>
            <a:endParaRPr kumimoji="0" lang="en-US" altLang="ja-JP" sz="1400" b="1" kern="0" dirty="0">
              <a:solidFill>
                <a:srgbClr val="334553"/>
              </a:solidFill>
            </a:endParaRPr>
          </a:p>
        </p:txBody>
      </p:sp>
      <p:pic>
        <p:nvPicPr>
          <p:cNvPr id="20" name="図 19">
            <a:extLst>
              <a:ext uri="{FF2B5EF4-FFF2-40B4-BE49-F238E27FC236}">
                <a16:creationId xmlns:a16="http://schemas.microsoft.com/office/drawing/2014/main" id="{0BF083A9-105C-1B46-80E6-8BA1DF3B5261}"/>
              </a:ext>
            </a:extLst>
          </p:cNvPr>
          <p:cNvPicPr>
            <a:picLocks noChangeAspect="1"/>
          </p:cNvPicPr>
          <p:nvPr/>
        </p:nvPicPr>
        <p:blipFill>
          <a:blip r:embed="rId2"/>
          <a:stretch>
            <a:fillRect/>
          </a:stretch>
        </p:blipFill>
        <p:spPr>
          <a:xfrm>
            <a:off x="2819393" y="3296573"/>
            <a:ext cx="6841902" cy="2890073"/>
          </a:xfrm>
          <a:prstGeom prst="rect">
            <a:avLst/>
          </a:prstGeom>
          <a:ln w="22225">
            <a:solidFill>
              <a:schemeClr val="bg2"/>
            </a:solidFill>
          </a:ln>
        </p:spPr>
      </p:pic>
      <p:sp>
        <p:nvSpPr>
          <p:cNvPr id="3" name="テキスト ボックス 2">
            <a:extLst>
              <a:ext uri="{FF2B5EF4-FFF2-40B4-BE49-F238E27FC236}">
                <a16:creationId xmlns:a16="http://schemas.microsoft.com/office/drawing/2014/main" id="{9C239C74-4B1B-2146-D605-727DA1A66542}"/>
              </a:ext>
            </a:extLst>
          </p:cNvPr>
          <p:cNvSpPr txBox="1"/>
          <p:nvPr/>
        </p:nvSpPr>
        <p:spPr>
          <a:xfrm>
            <a:off x="567410" y="2179961"/>
            <a:ext cx="3985340"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800" b="1" i="0" u="sng" strike="noStrike" kern="0" cap="none" spc="0" normalizeH="0" baseline="0" noProof="0" dirty="0">
                <a:ln>
                  <a:noFill/>
                </a:ln>
                <a:solidFill>
                  <a:srgbClr val="334553"/>
                </a:solidFill>
                <a:effectLst/>
                <a:uLnTx/>
                <a:uFillTx/>
              </a:rPr>
              <a:t>さらに先のステップで得られる価値を認識</a:t>
            </a:r>
          </a:p>
        </p:txBody>
      </p:sp>
      <p:sp>
        <p:nvSpPr>
          <p:cNvPr id="6" name="テキスト ボックス 5">
            <a:extLst>
              <a:ext uri="{FF2B5EF4-FFF2-40B4-BE49-F238E27FC236}">
                <a16:creationId xmlns:a16="http://schemas.microsoft.com/office/drawing/2014/main" id="{FE644719-5729-4943-F411-3F43C197BD3D}"/>
              </a:ext>
            </a:extLst>
          </p:cNvPr>
          <p:cNvSpPr txBox="1"/>
          <p:nvPr/>
        </p:nvSpPr>
        <p:spPr>
          <a:xfrm>
            <a:off x="946349" y="2577184"/>
            <a:ext cx="10374793" cy="738664"/>
          </a:xfrm>
          <a:prstGeom prst="rect">
            <a:avLst/>
          </a:prstGeom>
          <a:noFill/>
        </p:spPr>
        <p:txBody>
          <a:bodyPr wrap="square" rtlCol="0">
            <a:spAutoFit/>
          </a:bodyPr>
          <a:lstStyle/>
          <a:p>
            <a:pPr marL="285750" indent="-285750">
              <a:buClr>
                <a:schemeClr val="tx2">
                  <a:lumMod val="50000"/>
                </a:schemeClr>
              </a:buClr>
              <a:buFont typeface="Arial" panose="020B0604020202020204" pitchFamily="34" charset="0"/>
              <a:buChar char="•"/>
              <a:defRPr/>
            </a:pPr>
            <a:r>
              <a:rPr kumimoji="0" lang="ja-JP" altLang="en-US" sz="1400" b="1" kern="0" dirty="0">
                <a:solidFill>
                  <a:srgbClr val="334553"/>
                </a:solidFill>
              </a:rPr>
              <a:t>真のデジタル情報への昇華によって、</a:t>
            </a:r>
            <a:r>
              <a:rPr kumimoji="0" lang="ja-JP" altLang="en-US" sz="1400" b="1" kern="0" dirty="0">
                <a:solidFill>
                  <a:srgbClr val="F74D5A"/>
                </a:solidFill>
              </a:rPr>
              <a:t>自分達の開発や設計成果がどうなるか、そこでどんな嬉しさがあるかの具体的なイメージ</a:t>
            </a:r>
            <a:r>
              <a:rPr kumimoji="0" lang="ja-JP" altLang="en-US" sz="1400" b="1" kern="0" dirty="0">
                <a:solidFill>
                  <a:srgbClr val="334553"/>
                </a:solidFill>
              </a:rPr>
              <a:t>ができている</a:t>
            </a:r>
            <a:endParaRPr kumimoji="0" lang="en-US" altLang="ja-JP" sz="1400" b="1" kern="0" dirty="0">
              <a:solidFill>
                <a:srgbClr val="334553"/>
              </a:solidFill>
            </a:endParaRPr>
          </a:p>
          <a:p>
            <a:pPr marL="742950" lvl="2" indent="-285750">
              <a:buFontTx/>
              <a:buChar char="-"/>
            </a:pPr>
            <a:r>
              <a:rPr kumimoji="0" lang="ja-JP" altLang="en-US" sz="1400" kern="0" dirty="0">
                <a:solidFill>
                  <a:srgbClr val="334553"/>
                </a:solidFill>
              </a:rPr>
              <a:t>設計情報の </a:t>
            </a:r>
            <a:r>
              <a:rPr kumimoji="0" lang="en-US" altLang="ja-JP" sz="1400" kern="0" dirty="0">
                <a:solidFill>
                  <a:srgbClr val="334553"/>
                </a:solidFill>
              </a:rPr>
              <a:t>“</a:t>
            </a:r>
            <a:r>
              <a:rPr kumimoji="0" lang="ja-JP" altLang="en-US" sz="1400" kern="0" dirty="0">
                <a:solidFill>
                  <a:srgbClr val="334553"/>
                </a:solidFill>
              </a:rPr>
              <a:t>どの領域を</a:t>
            </a:r>
            <a:r>
              <a:rPr kumimoji="0" lang="en-US" altLang="ja-JP" sz="1400" kern="0" dirty="0">
                <a:solidFill>
                  <a:srgbClr val="334553"/>
                </a:solidFill>
              </a:rPr>
              <a:t>”</a:t>
            </a:r>
            <a:r>
              <a:rPr kumimoji="0" lang="ja-JP" altLang="en-US" sz="1400" kern="0" dirty="0">
                <a:solidFill>
                  <a:srgbClr val="334553"/>
                </a:solidFill>
              </a:rPr>
              <a:t>、</a:t>
            </a:r>
            <a:r>
              <a:rPr kumimoji="0" lang="en-US" altLang="ja-JP" sz="1400" kern="0" dirty="0">
                <a:solidFill>
                  <a:srgbClr val="334553"/>
                </a:solidFill>
              </a:rPr>
              <a:t>”</a:t>
            </a:r>
            <a:r>
              <a:rPr kumimoji="0" lang="ja-JP" altLang="en-US" sz="1400" kern="0" dirty="0">
                <a:solidFill>
                  <a:srgbClr val="334553"/>
                </a:solidFill>
              </a:rPr>
              <a:t>どのレベルまで</a:t>
            </a:r>
            <a:r>
              <a:rPr kumimoji="0" lang="en-US" altLang="ja-JP" sz="1400" kern="0" dirty="0">
                <a:solidFill>
                  <a:srgbClr val="334553"/>
                </a:solidFill>
              </a:rPr>
              <a:t>”</a:t>
            </a:r>
            <a:r>
              <a:rPr kumimoji="0" lang="ja-JP" altLang="en-US" sz="1400" kern="0" dirty="0">
                <a:solidFill>
                  <a:srgbClr val="334553"/>
                </a:solidFill>
              </a:rPr>
              <a:t> 、</a:t>
            </a:r>
            <a:r>
              <a:rPr kumimoji="0" lang="en-US" altLang="ja-JP" sz="1400" kern="0" dirty="0">
                <a:solidFill>
                  <a:srgbClr val="334553"/>
                </a:solidFill>
              </a:rPr>
              <a:t>”</a:t>
            </a:r>
            <a:r>
              <a:rPr kumimoji="0" lang="ja-JP" altLang="en-US" sz="1400" kern="0" dirty="0">
                <a:solidFill>
                  <a:srgbClr val="334553"/>
                </a:solidFill>
              </a:rPr>
              <a:t>どうやって</a:t>
            </a:r>
            <a:r>
              <a:rPr kumimoji="0" lang="en-US" altLang="ja-JP" sz="1400" kern="0" dirty="0">
                <a:solidFill>
                  <a:srgbClr val="334553"/>
                </a:solidFill>
              </a:rPr>
              <a:t>” </a:t>
            </a:r>
            <a:r>
              <a:rPr kumimoji="0" lang="ja-JP" altLang="en-US" sz="1400" kern="0" dirty="0">
                <a:solidFill>
                  <a:srgbClr val="334553"/>
                </a:solidFill>
              </a:rPr>
              <a:t>デジタル化するか</a:t>
            </a:r>
            <a:endParaRPr kumimoji="0" lang="en-US" altLang="ja-JP" sz="1400" kern="0" dirty="0">
              <a:solidFill>
                <a:srgbClr val="334553"/>
              </a:solidFill>
            </a:endParaRPr>
          </a:p>
          <a:p>
            <a:pPr marL="742950" lvl="2" indent="-285750">
              <a:buFontTx/>
              <a:buChar char="-"/>
            </a:pPr>
            <a:r>
              <a:rPr kumimoji="0" lang="ja-JP" altLang="en-US" sz="1400" b="0" i="0" u="none" strike="noStrike" kern="0" cap="none" spc="0" normalizeH="0" baseline="0" noProof="0" dirty="0">
                <a:ln>
                  <a:noFill/>
                </a:ln>
                <a:solidFill>
                  <a:srgbClr val="334553"/>
                </a:solidFill>
                <a:effectLst/>
                <a:uLnTx/>
                <a:uFillTx/>
              </a:rPr>
              <a:t>それによってどのような効果を出すか</a:t>
            </a:r>
            <a:endParaRPr kumimoji="0" lang="en-US" altLang="ja-JP" sz="1400" b="1" kern="0" dirty="0">
              <a:solidFill>
                <a:srgbClr val="334553"/>
              </a:solidFill>
            </a:endParaRPr>
          </a:p>
        </p:txBody>
      </p:sp>
      <p:sp>
        <p:nvSpPr>
          <p:cNvPr id="53" name="テキスト ボックス 52">
            <a:extLst>
              <a:ext uri="{FF2B5EF4-FFF2-40B4-BE49-F238E27FC236}">
                <a16:creationId xmlns:a16="http://schemas.microsoft.com/office/drawing/2014/main" id="{07589842-41AA-22DB-5333-262253A157B8}"/>
              </a:ext>
            </a:extLst>
          </p:cNvPr>
          <p:cNvSpPr txBox="1"/>
          <p:nvPr/>
        </p:nvSpPr>
        <p:spPr>
          <a:xfrm>
            <a:off x="2819393" y="3447144"/>
            <a:ext cx="1217052" cy="368353"/>
          </a:xfrm>
          <a:prstGeom prst="cloud">
            <a:avLst/>
          </a:prstGeom>
          <a:solidFill>
            <a:srgbClr val="FECCCA"/>
          </a:solidFill>
        </p:spPr>
        <p:txBody>
          <a:bodyPr wrap="square" lIns="0" tIns="36000" rIns="0" bIns="36000" rtlCol="0">
            <a:spAutoFit/>
          </a:bodyPr>
          <a:lstStyle/>
          <a:p>
            <a:pPr algn="ctr"/>
            <a:r>
              <a:rPr kumimoji="1" lang="ja-JP" altLang="en-US" sz="1100" dirty="0">
                <a:solidFill>
                  <a:srgbClr val="F74D5A"/>
                </a:solidFill>
              </a:rPr>
              <a:t>効果を実感</a:t>
            </a:r>
          </a:p>
        </p:txBody>
      </p:sp>
      <p:sp>
        <p:nvSpPr>
          <p:cNvPr id="54" name="テキスト ボックス 53">
            <a:extLst>
              <a:ext uri="{FF2B5EF4-FFF2-40B4-BE49-F238E27FC236}">
                <a16:creationId xmlns:a16="http://schemas.microsoft.com/office/drawing/2014/main" id="{BE1A125D-192C-C45E-904C-355731182485}"/>
              </a:ext>
            </a:extLst>
          </p:cNvPr>
          <p:cNvSpPr txBox="1"/>
          <p:nvPr/>
        </p:nvSpPr>
        <p:spPr>
          <a:xfrm>
            <a:off x="5241967" y="3865664"/>
            <a:ext cx="1168648" cy="368353"/>
          </a:xfrm>
          <a:prstGeom prst="cloud">
            <a:avLst/>
          </a:prstGeom>
          <a:solidFill>
            <a:srgbClr val="FECCCA"/>
          </a:solidFill>
        </p:spPr>
        <p:txBody>
          <a:bodyPr wrap="square" lIns="0" tIns="36000" rIns="0" bIns="36000" rtlCol="0">
            <a:spAutoFit/>
          </a:bodyPr>
          <a:lstStyle/>
          <a:p>
            <a:pPr algn="ctr"/>
            <a:r>
              <a:rPr kumimoji="1" lang="ja-JP" altLang="en-US" sz="1100" dirty="0">
                <a:solidFill>
                  <a:srgbClr val="F74D5A"/>
                </a:solidFill>
              </a:rPr>
              <a:t>価値を認識</a:t>
            </a:r>
          </a:p>
        </p:txBody>
      </p:sp>
      <p:cxnSp>
        <p:nvCxnSpPr>
          <p:cNvPr id="24" name="直線コネクタ 23">
            <a:extLst>
              <a:ext uri="{FF2B5EF4-FFF2-40B4-BE49-F238E27FC236}">
                <a16:creationId xmlns:a16="http://schemas.microsoft.com/office/drawing/2014/main" id="{D1939E84-9B5E-3DA5-4614-20AC727BE012}"/>
              </a:ext>
            </a:extLst>
          </p:cNvPr>
          <p:cNvCxnSpPr>
            <a:cxnSpLocks/>
          </p:cNvCxnSpPr>
          <p:nvPr/>
        </p:nvCxnSpPr>
        <p:spPr>
          <a:xfrm>
            <a:off x="8340262" y="4607010"/>
            <a:ext cx="1175657" cy="0"/>
          </a:xfrm>
          <a:prstGeom prst="line">
            <a:avLst/>
          </a:prstGeom>
          <a:ln w="22225">
            <a:solidFill>
              <a:srgbClr val="F74D5A">
                <a:alpha val="50000"/>
              </a:srgbClr>
            </a:solidFill>
          </a:ln>
        </p:spPr>
        <p:style>
          <a:lnRef idx="1">
            <a:schemeClr val="accent1"/>
          </a:lnRef>
          <a:fillRef idx="0">
            <a:schemeClr val="accent1"/>
          </a:fillRef>
          <a:effectRef idx="0">
            <a:schemeClr val="accent1"/>
          </a:effectRef>
          <a:fontRef idx="minor">
            <a:schemeClr val="tx1"/>
          </a:fontRef>
        </p:style>
      </p:cxnSp>
      <p:cxnSp>
        <p:nvCxnSpPr>
          <p:cNvPr id="26" name="直線コネクタ 25">
            <a:extLst>
              <a:ext uri="{FF2B5EF4-FFF2-40B4-BE49-F238E27FC236}">
                <a16:creationId xmlns:a16="http://schemas.microsoft.com/office/drawing/2014/main" id="{3238B321-D0C8-BCF1-5B47-3C4E4A2D6562}"/>
              </a:ext>
            </a:extLst>
          </p:cNvPr>
          <p:cNvCxnSpPr>
            <a:cxnSpLocks/>
          </p:cNvCxnSpPr>
          <p:nvPr/>
        </p:nvCxnSpPr>
        <p:spPr>
          <a:xfrm>
            <a:off x="7752433" y="4820551"/>
            <a:ext cx="1441632" cy="0"/>
          </a:xfrm>
          <a:prstGeom prst="line">
            <a:avLst/>
          </a:prstGeom>
          <a:ln w="22225">
            <a:solidFill>
              <a:srgbClr val="F74D5A">
                <a:alpha val="50000"/>
              </a:srgbClr>
            </a:solidFill>
          </a:ln>
        </p:spPr>
        <p:style>
          <a:lnRef idx="1">
            <a:schemeClr val="accent1"/>
          </a:lnRef>
          <a:fillRef idx="0">
            <a:schemeClr val="accent1"/>
          </a:fillRef>
          <a:effectRef idx="0">
            <a:schemeClr val="accent1"/>
          </a:effectRef>
          <a:fontRef idx="minor">
            <a:schemeClr val="tx1"/>
          </a:fontRef>
        </p:style>
      </p:cxnSp>
      <p:cxnSp>
        <p:nvCxnSpPr>
          <p:cNvPr id="28" name="直線コネクタ 27">
            <a:extLst>
              <a:ext uri="{FF2B5EF4-FFF2-40B4-BE49-F238E27FC236}">
                <a16:creationId xmlns:a16="http://schemas.microsoft.com/office/drawing/2014/main" id="{633E65E7-710E-A378-DF6F-3A4CB7A185B6}"/>
              </a:ext>
            </a:extLst>
          </p:cNvPr>
          <p:cNvCxnSpPr>
            <a:cxnSpLocks/>
          </p:cNvCxnSpPr>
          <p:nvPr/>
        </p:nvCxnSpPr>
        <p:spPr>
          <a:xfrm>
            <a:off x="4307036" y="5507541"/>
            <a:ext cx="575379" cy="0"/>
          </a:xfrm>
          <a:prstGeom prst="line">
            <a:avLst/>
          </a:prstGeom>
          <a:ln w="22225">
            <a:solidFill>
              <a:srgbClr val="F74D5A">
                <a:alpha val="50000"/>
              </a:srgbClr>
            </a:solidFill>
          </a:ln>
        </p:spPr>
        <p:style>
          <a:lnRef idx="1">
            <a:schemeClr val="accent1"/>
          </a:lnRef>
          <a:fillRef idx="0">
            <a:schemeClr val="accent1"/>
          </a:fillRef>
          <a:effectRef idx="0">
            <a:schemeClr val="accent1"/>
          </a:effectRef>
          <a:fontRef idx="minor">
            <a:schemeClr val="tx1"/>
          </a:fontRef>
        </p:style>
      </p:cxnSp>
      <p:cxnSp>
        <p:nvCxnSpPr>
          <p:cNvPr id="30" name="直線コネクタ 29">
            <a:extLst>
              <a:ext uri="{FF2B5EF4-FFF2-40B4-BE49-F238E27FC236}">
                <a16:creationId xmlns:a16="http://schemas.microsoft.com/office/drawing/2014/main" id="{ADF0CFAB-5B67-40D6-9AB7-539C759C363A}"/>
              </a:ext>
            </a:extLst>
          </p:cNvPr>
          <p:cNvCxnSpPr>
            <a:cxnSpLocks/>
          </p:cNvCxnSpPr>
          <p:nvPr/>
        </p:nvCxnSpPr>
        <p:spPr>
          <a:xfrm>
            <a:off x="7749530" y="5211892"/>
            <a:ext cx="1323885" cy="0"/>
          </a:xfrm>
          <a:prstGeom prst="line">
            <a:avLst/>
          </a:prstGeom>
          <a:ln w="22225">
            <a:solidFill>
              <a:srgbClr val="F74D5A">
                <a:alpha val="50000"/>
              </a:srgbClr>
            </a:solidFill>
          </a:ln>
        </p:spPr>
        <p:style>
          <a:lnRef idx="1">
            <a:schemeClr val="accent1"/>
          </a:lnRef>
          <a:fillRef idx="0">
            <a:schemeClr val="accent1"/>
          </a:fillRef>
          <a:effectRef idx="0">
            <a:schemeClr val="accent1"/>
          </a:effectRef>
          <a:fontRef idx="minor">
            <a:schemeClr val="tx1"/>
          </a:fontRef>
        </p:style>
      </p:cxnSp>
      <p:cxnSp>
        <p:nvCxnSpPr>
          <p:cNvPr id="34" name="直線コネクタ 33">
            <a:extLst>
              <a:ext uri="{FF2B5EF4-FFF2-40B4-BE49-F238E27FC236}">
                <a16:creationId xmlns:a16="http://schemas.microsoft.com/office/drawing/2014/main" id="{6A074E7E-5042-B097-E058-7FAF63810150}"/>
              </a:ext>
            </a:extLst>
          </p:cNvPr>
          <p:cNvCxnSpPr>
            <a:cxnSpLocks/>
          </p:cNvCxnSpPr>
          <p:nvPr/>
        </p:nvCxnSpPr>
        <p:spPr>
          <a:xfrm>
            <a:off x="4307035" y="5902606"/>
            <a:ext cx="835730" cy="0"/>
          </a:xfrm>
          <a:prstGeom prst="line">
            <a:avLst/>
          </a:prstGeom>
          <a:ln w="22225">
            <a:solidFill>
              <a:srgbClr val="F74D5A">
                <a:alpha val="50000"/>
              </a:srgbClr>
            </a:solidFill>
          </a:ln>
        </p:spPr>
        <p:style>
          <a:lnRef idx="1">
            <a:schemeClr val="accent1"/>
          </a:lnRef>
          <a:fillRef idx="0">
            <a:schemeClr val="accent1"/>
          </a:fillRef>
          <a:effectRef idx="0">
            <a:schemeClr val="accent1"/>
          </a:effectRef>
          <a:fontRef idx="minor">
            <a:schemeClr val="tx1"/>
          </a:fontRef>
        </p:style>
      </p:cxnSp>
      <p:sp>
        <p:nvSpPr>
          <p:cNvPr id="14" name="矢印: 右 13">
            <a:hlinkClick r:id="rId3" action="ppaction://hlinksldjump"/>
            <a:extLst>
              <a:ext uri="{FF2B5EF4-FFF2-40B4-BE49-F238E27FC236}">
                <a16:creationId xmlns:a16="http://schemas.microsoft.com/office/drawing/2014/main" id="{1C356F37-4DCB-B869-246D-A2D65A2B0A64}"/>
              </a:ext>
            </a:extLst>
          </p:cNvPr>
          <p:cNvSpPr/>
          <p:nvPr/>
        </p:nvSpPr>
        <p:spPr>
          <a:xfrm>
            <a:off x="7103447" y="2849153"/>
            <a:ext cx="231006" cy="191328"/>
          </a:xfrm>
          <a:prstGeom prst="rightArrow">
            <a:avLst/>
          </a:prstGeom>
          <a:solidFill>
            <a:srgbClr val="00B0F0"/>
          </a:solidFill>
          <a:ln>
            <a:solidFill>
              <a:srgbClr val="00B0F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9" name="図 18">
            <a:extLst>
              <a:ext uri="{FF2B5EF4-FFF2-40B4-BE49-F238E27FC236}">
                <a16:creationId xmlns:a16="http://schemas.microsoft.com/office/drawing/2014/main" id="{313DDCFC-4551-188B-0B65-5C7863C434DE}"/>
              </a:ext>
            </a:extLst>
          </p:cNvPr>
          <p:cNvPicPr>
            <a:picLocks noChangeAspect="1"/>
          </p:cNvPicPr>
          <p:nvPr/>
        </p:nvPicPr>
        <p:blipFill>
          <a:blip r:embed="rId4"/>
          <a:stretch>
            <a:fillRect/>
          </a:stretch>
        </p:blipFill>
        <p:spPr>
          <a:xfrm>
            <a:off x="4839974" y="3688765"/>
            <a:ext cx="605581" cy="353799"/>
          </a:xfrm>
          <a:prstGeom prst="rect">
            <a:avLst/>
          </a:prstGeom>
        </p:spPr>
      </p:pic>
    </p:spTree>
    <p:extLst>
      <p:ext uri="{BB962C8B-B14F-4D97-AF65-F5344CB8AC3E}">
        <p14:creationId xmlns:p14="http://schemas.microsoft.com/office/powerpoint/2010/main" val="17952284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 name="L 字 329">
            <a:extLst>
              <a:ext uri="{FF2B5EF4-FFF2-40B4-BE49-F238E27FC236}">
                <a16:creationId xmlns:a16="http://schemas.microsoft.com/office/drawing/2014/main" id="{7C1E9E9B-FCA1-41F0-EFB7-BFC21686EEF0}"/>
              </a:ext>
            </a:extLst>
          </p:cNvPr>
          <p:cNvSpPr/>
          <p:nvPr/>
        </p:nvSpPr>
        <p:spPr>
          <a:xfrm>
            <a:off x="3994505" y="2476500"/>
            <a:ext cx="3358795" cy="3212516"/>
          </a:xfrm>
          <a:prstGeom prst="corner">
            <a:avLst>
              <a:gd name="adj1" fmla="val 81314"/>
              <a:gd name="adj2" fmla="val 25809"/>
            </a:avLst>
          </a:prstGeom>
          <a:solidFill>
            <a:srgbClr val="44B3E1">
              <a:alpha val="5000"/>
            </a:srgbClr>
          </a:solidFill>
          <a:ln w="31750">
            <a:solidFill>
              <a:srgbClr val="009BC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ABF60F3C-9063-29F8-AA0B-987F7ABA5D17}"/>
              </a:ext>
            </a:extLst>
          </p:cNvPr>
          <p:cNvSpPr>
            <a:spLocks noGrp="1"/>
          </p:cNvSpPr>
          <p:nvPr>
            <p:ph type="title"/>
          </p:nvPr>
        </p:nvSpPr>
        <p:spPr>
          <a:xfrm>
            <a:off x="0" y="264004"/>
            <a:ext cx="12203113" cy="371819"/>
          </a:xfrm>
        </p:spPr>
        <p:txBody>
          <a:bodyPr>
            <a:normAutofit fontScale="90000"/>
          </a:bodyPr>
          <a:lstStyle/>
          <a:p>
            <a:r>
              <a:rPr lang="ja-JP" altLang="en-US" dirty="0">
                <a:latin typeface="Meiryo UI" panose="020B0604030504040204" pitchFamily="50" charset="-128"/>
                <a:ea typeface="Meiryo UI" panose="020B0604030504040204" pitchFamily="50" charset="-128"/>
              </a:rPr>
              <a:t> </a:t>
            </a:r>
            <a:r>
              <a:rPr lang="en-US" altLang="ja-JP" dirty="0">
                <a:latin typeface="Meiryo UI" panose="020B0604030504040204" pitchFamily="50" charset="-128"/>
                <a:ea typeface="Meiryo UI" panose="020B0604030504040204" pitchFamily="50" charset="-128"/>
              </a:rPr>
              <a:t>Step2 </a:t>
            </a:r>
            <a:r>
              <a:rPr lang="ja-JP" altLang="en-US" dirty="0">
                <a:latin typeface="Meiryo UI" panose="020B0604030504040204" pitchFamily="50" charset="-128"/>
                <a:ea typeface="Meiryo UI" panose="020B0604030504040204" pitchFamily="50" charset="-128"/>
              </a:rPr>
              <a:t>のゴール </a:t>
            </a:r>
            <a:r>
              <a:rPr lang="en-US" altLang="ja-JP" sz="2000" dirty="0">
                <a:latin typeface="Meiryo UI" panose="020B0604030504040204" pitchFamily="50" charset="-128"/>
                <a:ea typeface="Meiryo UI" panose="020B0604030504040204" pitchFamily="50" charset="-128"/>
              </a:rPr>
              <a:t>– </a:t>
            </a:r>
            <a:r>
              <a:rPr lang="ja-JP" altLang="en-US" sz="2000" dirty="0">
                <a:latin typeface="Meiryo UI" panose="020B0604030504040204" pitchFamily="50" charset="-128"/>
                <a:ea typeface="Meiryo UI" panose="020B0604030504040204" pitchFamily="50" charset="-128"/>
              </a:rPr>
              <a:t>フォーカスポイント</a:t>
            </a:r>
            <a:r>
              <a:rPr lang="en-US" altLang="ja-JP" sz="2000" dirty="0">
                <a:latin typeface="Meiryo UI" panose="020B0604030504040204" pitchFamily="50" charset="-128"/>
                <a:ea typeface="Meiryo UI" panose="020B0604030504040204" pitchFamily="50" charset="-128"/>
              </a:rPr>
              <a:t> </a:t>
            </a:r>
            <a:r>
              <a:rPr lang="ja-JP" altLang="en-US" sz="2000" dirty="0">
                <a:latin typeface="Meiryo UI" panose="020B0604030504040204" pitchFamily="50" charset="-128"/>
                <a:ea typeface="Meiryo UI" panose="020B0604030504040204" pitchFamily="50" charset="-128"/>
              </a:rPr>
              <a:t>－</a:t>
            </a:r>
            <a:endParaRPr kumimoji="1" lang="ja-JP" altLang="en-US" sz="2000" dirty="0">
              <a:latin typeface="Meiryo UI" panose="020B0604030504040204" pitchFamily="50" charset="-128"/>
              <a:ea typeface="Meiryo UI" panose="020B0604030504040204" pitchFamily="50" charset="-128"/>
            </a:endParaRPr>
          </a:p>
        </p:txBody>
      </p:sp>
      <p:sp>
        <p:nvSpPr>
          <p:cNvPr id="4" name="スライド番号プレースホルダー 3">
            <a:extLst>
              <a:ext uri="{FF2B5EF4-FFF2-40B4-BE49-F238E27FC236}">
                <a16:creationId xmlns:a16="http://schemas.microsoft.com/office/drawing/2014/main" id="{38D8C443-402F-F282-DB0A-FAA82B3EFC45}"/>
              </a:ext>
            </a:extLst>
          </p:cNvPr>
          <p:cNvSpPr>
            <a:spLocks noGrp="1"/>
          </p:cNvSpPr>
          <p:nvPr>
            <p:ph type="sldNum" sz="quarter" idx="4"/>
          </p:nvPr>
        </p:nvSpPr>
        <p:spPr>
          <a:xfrm>
            <a:off x="10981038" y="6389169"/>
            <a:ext cx="974124" cy="365125"/>
          </a:xfrm>
          <a:prstGeom prst="rect">
            <a:avLst/>
          </a:prstGeom>
        </p:spPr>
        <p:txBody>
          <a:bodyPr vert="horz" lIns="91440" tIns="45720" rIns="91440" bIns="45720" rtlCol="0" anchor="ctr"/>
          <a:lstStyle>
            <a:defPPr>
              <a:defRPr lang="ja-JP"/>
            </a:defPPr>
            <a:lvl1pPr marL="0" algn="r" defTabSz="914400" rtl="0" eaLnBrk="1" latinLnBrk="0" hangingPunct="1">
              <a:defRPr kumimoji="1" sz="1200" kern="1200">
                <a:solidFill>
                  <a:schemeClr val="bg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735A7A7C-BEC2-C94F-A7A0-F0086A0BE3BB}" type="slidenum">
              <a:rPr lang="ja-JP" altLang="en-US" smtClean="0"/>
              <a:pPr/>
              <a:t>5</a:t>
            </a:fld>
            <a:endParaRPr lang="ja-JP" altLang="en-US"/>
          </a:p>
        </p:txBody>
      </p:sp>
      <p:sp>
        <p:nvSpPr>
          <p:cNvPr id="5" name="フッター プレースホルダー 4">
            <a:extLst>
              <a:ext uri="{FF2B5EF4-FFF2-40B4-BE49-F238E27FC236}">
                <a16:creationId xmlns:a16="http://schemas.microsoft.com/office/drawing/2014/main" id="{394B5D0F-7032-676B-76D3-2AD731B3921C}"/>
              </a:ext>
            </a:extLst>
          </p:cNvPr>
          <p:cNvSpPr>
            <a:spLocks noGrp="1"/>
          </p:cNvSpPr>
          <p:nvPr>
            <p:ph type="ftr" sz="quarter" idx="3"/>
          </p:nvPr>
        </p:nvSpPr>
        <p:spPr>
          <a:xfrm>
            <a:off x="1821991" y="6362236"/>
            <a:ext cx="6338841" cy="365463"/>
          </a:xfrm>
        </p:spPr>
        <p:txBody>
          <a:bodyPr/>
          <a:lstStyle/>
          <a:p>
            <a:r>
              <a:rPr lang="ja-JP" altLang="en-US" sz="1000" dirty="0"/>
              <a:t>設計成果デジタル化の軽量運用企画</a:t>
            </a:r>
            <a:r>
              <a:rPr lang="ja-JP" altLang="en-US" dirty="0"/>
              <a:t>　／　株式会社デンソークリエイト</a:t>
            </a:r>
            <a:endParaRPr lang="en-US" altLang="ja-JP" dirty="0"/>
          </a:p>
          <a:p>
            <a:r>
              <a:rPr lang="en-US" altLang="ja-JP" sz="1050" dirty="0"/>
              <a:t>@ DENSO CREATE INC. ALL RIGHTS RESERVED</a:t>
            </a:r>
            <a:endParaRPr lang="ja-JP" altLang="en-US" sz="1050" dirty="0"/>
          </a:p>
        </p:txBody>
      </p:sp>
      <p:grpSp>
        <p:nvGrpSpPr>
          <p:cNvPr id="222" name="グループ化 221">
            <a:extLst>
              <a:ext uri="{FF2B5EF4-FFF2-40B4-BE49-F238E27FC236}">
                <a16:creationId xmlns:a16="http://schemas.microsoft.com/office/drawing/2014/main" id="{7543D317-B063-44F0-E585-F22C6B7BE6E8}"/>
              </a:ext>
            </a:extLst>
          </p:cNvPr>
          <p:cNvGrpSpPr/>
          <p:nvPr/>
        </p:nvGrpSpPr>
        <p:grpSpPr>
          <a:xfrm>
            <a:off x="609257" y="2968905"/>
            <a:ext cx="2693852" cy="2047527"/>
            <a:chOff x="249442" y="1525558"/>
            <a:chExt cx="2693852" cy="2047527"/>
          </a:xfrm>
        </p:grpSpPr>
        <p:sp>
          <p:nvSpPr>
            <p:cNvPr id="3" name="雲 2">
              <a:extLst>
                <a:ext uri="{FF2B5EF4-FFF2-40B4-BE49-F238E27FC236}">
                  <a16:creationId xmlns:a16="http://schemas.microsoft.com/office/drawing/2014/main" id="{E3719ECA-0B73-7BE6-98C9-8F0227B7FA40}"/>
                </a:ext>
              </a:extLst>
            </p:cNvPr>
            <p:cNvSpPr/>
            <p:nvPr/>
          </p:nvSpPr>
          <p:spPr>
            <a:xfrm>
              <a:off x="249442" y="1525558"/>
              <a:ext cx="2693852" cy="2047527"/>
            </a:xfrm>
            <a:prstGeom prst="cloud">
              <a:avLst/>
            </a:prstGeom>
            <a:solidFill>
              <a:schemeClr val="bg1">
                <a:lumMod val="95000"/>
              </a:schemeClr>
            </a:solid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59146DEC-C803-2A74-75EC-DA1F7B96D3DC}"/>
                </a:ext>
              </a:extLst>
            </p:cNvPr>
            <p:cNvSpPr txBox="1"/>
            <p:nvPr/>
          </p:nvSpPr>
          <p:spPr>
            <a:xfrm>
              <a:off x="1198913" y="1672713"/>
              <a:ext cx="1059851" cy="307777"/>
            </a:xfrm>
            <a:prstGeom prst="rect">
              <a:avLst/>
            </a:prstGeom>
            <a:noFill/>
          </p:spPr>
          <p:txBody>
            <a:bodyPr wrap="square" rtlCol="0">
              <a:spAutoFit/>
            </a:bodyPr>
            <a:lstStyle/>
            <a:p>
              <a:r>
                <a:rPr kumimoji="1" lang="en-US" altLang="ja-JP" sz="1400" b="1" dirty="0">
                  <a:solidFill>
                    <a:schemeClr val="tx2"/>
                  </a:solidFill>
                </a:rPr>
                <a:t>MRN</a:t>
              </a:r>
              <a:r>
                <a:rPr kumimoji="1" lang="ja-JP" altLang="en-US" sz="1400" b="1" dirty="0">
                  <a:solidFill>
                    <a:schemeClr val="tx2"/>
                  </a:solidFill>
                </a:rPr>
                <a:t>開発</a:t>
              </a:r>
            </a:p>
          </p:txBody>
        </p:sp>
        <p:sp>
          <p:nvSpPr>
            <p:cNvPr id="7" name="四角形: 角を丸くする 6">
              <a:extLst>
                <a:ext uri="{FF2B5EF4-FFF2-40B4-BE49-F238E27FC236}">
                  <a16:creationId xmlns:a16="http://schemas.microsoft.com/office/drawing/2014/main" id="{6F63591C-FC4F-BBE1-94BF-8D989E4C9034}"/>
                </a:ext>
              </a:extLst>
            </p:cNvPr>
            <p:cNvSpPr/>
            <p:nvPr/>
          </p:nvSpPr>
          <p:spPr>
            <a:xfrm>
              <a:off x="1297465" y="2073948"/>
              <a:ext cx="731428" cy="205232"/>
            </a:xfrm>
            <a:prstGeom prst="roundRect">
              <a:avLst/>
            </a:prstGeom>
            <a:solidFill>
              <a:srgbClr val="44B3E1"/>
            </a:solidFill>
            <a:ln w="15875">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000" dirty="0"/>
                <a:t>船システム</a:t>
              </a:r>
              <a:endParaRPr kumimoji="1" lang="ja-JP" altLang="en-US" sz="1000" dirty="0"/>
            </a:p>
          </p:txBody>
        </p:sp>
        <p:sp>
          <p:nvSpPr>
            <p:cNvPr id="8" name="四角形: 角を丸くする 7">
              <a:extLst>
                <a:ext uri="{FF2B5EF4-FFF2-40B4-BE49-F238E27FC236}">
                  <a16:creationId xmlns:a16="http://schemas.microsoft.com/office/drawing/2014/main" id="{A6F54994-A2ED-E2C3-8DC7-AF1DE7B2C5C9}"/>
                </a:ext>
              </a:extLst>
            </p:cNvPr>
            <p:cNvSpPr/>
            <p:nvPr/>
          </p:nvSpPr>
          <p:spPr>
            <a:xfrm>
              <a:off x="630169" y="2461630"/>
              <a:ext cx="667296" cy="219103"/>
            </a:xfrm>
            <a:prstGeom prst="roundRect">
              <a:avLst/>
            </a:prstGeom>
            <a:solidFill>
              <a:srgbClr val="44B3E1"/>
            </a:solidFill>
            <a:ln w="15875">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000" dirty="0"/>
                <a:t>X</a:t>
              </a:r>
              <a:r>
                <a:rPr lang="ja-JP" altLang="en-US" sz="1000" dirty="0"/>
                <a:t>システム</a:t>
              </a:r>
              <a:endParaRPr kumimoji="1" lang="ja-JP" altLang="en-US" sz="1000" dirty="0"/>
            </a:p>
          </p:txBody>
        </p:sp>
        <p:sp>
          <p:nvSpPr>
            <p:cNvPr id="9" name="四角形: 角を丸くする 8">
              <a:extLst>
                <a:ext uri="{FF2B5EF4-FFF2-40B4-BE49-F238E27FC236}">
                  <a16:creationId xmlns:a16="http://schemas.microsoft.com/office/drawing/2014/main" id="{94742C7E-7C0E-85A5-E8E0-129497ADFA88}"/>
                </a:ext>
              </a:extLst>
            </p:cNvPr>
            <p:cNvSpPr/>
            <p:nvPr/>
          </p:nvSpPr>
          <p:spPr>
            <a:xfrm>
              <a:off x="1580560" y="2475961"/>
              <a:ext cx="667296" cy="219103"/>
            </a:xfrm>
            <a:prstGeom prst="roundRect">
              <a:avLst/>
            </a:prstGeom>
            <a:solidFill>
              <a:schemeClr val="bg1">
                <a:lumMod val="6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000" dirty="0"/>
                <a:t>Y</a:t>
              </a:r>
              <a:r>
                <a:rPr lang="ja-JP" altLang="en-US" sz="1000" dirty="0"/>
                <a:t>システム</a:t>
              </a:r>
              <a:endParaRPr kumimoji="1" lang="ja-JP" altLang="en-US" sz="1000" dirty="0"/>
            </a:p>
          </p:txBody>
        </p:sp>
        <p:sp>
          <p:nvSpPr>
            <p:cNvPr id="10" name="四角形: 角を丸くする 9">
              <a:extLst>
                <a:ext uri="{FF2B5EF4-FFF2-40B4-BE49-F238E27FC236}">
                  <a16:creationId xmlns:a16="http://schemas.microsoft.com/office/drawing/2014/main" id="{E0CD080A-9516-410D-2417-E9CB90A7BF9A}"/>
                </a:ext>
              </a:extLst>
            </p:cNvPr>
            <p:cNvSpPr/>
            <p:nvPr/>
          </p:nvSpPr>
          <p:spPr>
            <a:xfrm>
              <a:off x="2439973" y="2470016"/>
              <a:ext cx="397149" cy="214414"/>
            </a:xfrm>
            <a:prstGeom prst="roundRect">
              <a:avLst/>
            </a:prstGeom>
            <a:solidFill>
              <a:schemeClr val="bg1">
                <a:lumMod val="6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US" altLang="ja-JP" sz="1100" dirty="0"/>
            </a:p>
          </p:txBody>
        </p:sp>
        <p:sp>
          <p:nvSpPr>
            <p:cNvPr id="11" name="四角形: 角を丸くする 10">
              <a:extLst>
                <a:ext uri="{FF2B5EF4-FFF2-40B4-BE49-F238E27FC236}">
                  <a16:creationId xmlns:a16="http://schemas.microsoft.com/office/drawing/2014/main" id="{C5230DF9-474D-E263-2FDF-298D0688A24D}"/>
                </a:ext>
              </a:extLst>
            </p:cNvPr>
            <p:cNvSpPr/>
            <p:nvPr/>
          </p:nvSpPr>
          <p:spPr>
            <a:xfrm>
              <a:off x="368504" y="2851247"/>
              <a:ext cx="419916" cy="219103"/>
            </a:xfrm>
            <a:prstGeom prst="roundRect">
              <a:avLst/>
            </a:prstGeom>
            <a:solidFill>
              <a:srgbClr val="44B3E1"/>
            </a:solidFill>
            <a:ln w="15875">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kumimoji="1" lang="ja-JP" altLang="en-US" sz="1100" dirty="0"/>
            </a:p>
          </p:txBody>
        </p:sp>
        <p:sp>
          <p:nvSpPr>
            <p:cNvPr id="12" name="四角形: 角を丸くする 11">
              <a:extLst>
                <a:ext uri="{FF2B5EF4-FFF2-40B4-BE49-F238E27FC236}">
                  <a16:creationId xmlns:a16="http://schemas.microsoft.com/office/drawing/2014/main" id="{6A0047C5-7C2F-5FDD-2EA7-A29D55341337}"/>
                </a:ext>
              </a:extLst>
            </p:cNvPr>
            <p:cNvSpPr/>
            <p:nvPr/>
          </p:nvSpPr>
          <p:spPr>
            <a:xfrm>
              <a:off x="941909" y="2851247"/>
              <a:ext cx="419916" cy="219103"/>
            </a:xfrm>
            <a:prstGeom prst="roundRect">
              <a:avLst/>
            </a:prstGeom>
            <a:solidFill>
              <a:srgbClr val="44B3E1"/>
            </a:solidFill>
            <a:ln w="15875">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kumimoji="1" lang="ja-JP" altLang="en-US" sz="1100" dirty="0"/>
            </a:p>
          </p:txBody>
        </p:sp>
        <p:sp>
          <p:nvSpPr>
            <p:cNvPr id="13" name="四角形: 角を丸くする 12">
              <a:extLst>
                <a:ext uri="{FF2B5EF4-FFF2-40B4-BE49-F238E27FC236}">
                  <a16:creationId xmlns:a16="http://schemas.microsoft.com/office/drawing/2014/main" id="{4D1195FA-89B2-A8B2-2A12-06F0270C370F}"/>
                </a:ext>
              </a:extLst>
            </p:cNvPr>
            <p:cNvSpPr/>
            <p:nvPr/>
          </p:nvSpPr>
          <p:spPr>
            <a:xfrm>
              <a:off x="943181" y="3226064"/>
              <a:ext cx="419916" cy="219103"/>
            </a:xfrm>
            <a:prstGeom prst="roundRect">
              <a:avLst/>
            </a:prstGeom>
            <a:solidFill>
              <a:srgbClr val="44B3E1"/>
            </a:solidFill>
            <a:ln w="15875">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kumimoji="1" lang="ja-JP" altLang="en-US" sz="1100" dirty="0"/>
            </a:p>
          </p:txBody>
        </p:sp>
        <p:sp>
          <p:nvSpPr>
            <p:cNvPr id="14" name="四角形: 角を丸くする 13">
              <a:extLst>
                <a:ext uri="{FF2B5EF4-FFF2-40B4-BE49-F238E27FC236}">
                  <a16:creationId xmlns:a16="http://schemas.microsoft.com/office/drawing/2014/main" id="{DB4EE98C-AAFC-2948-04AC-9E15AAD20AF0}"/>
                </a:ext>
              </a:extLst>
            </p:cNvPr>
            <p:cNvSpPr/>
            <p:nvPr/>
          </p:nvSpPr>
          <p:spPr>
            <a:xfrm>
              <a:off x="1484289" y="2851247"/>
              <a:ext cx="419916" cy="219103"/>
            </a:xfrm>
            <a:prstGeom prst="roundRect">
              <a:avLst/>
            </a:prstGeom>
            <a:solidFill>
              <a:schemeClr val="bg1">
                <a:lumMod val="6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kumimoji="1" lang="ja-JP" altLang="en-US" sz="1100" dirty="0"/>
            </a:p>
          </p:txBody>
        </p:sp>
        <p:sp>
          <p:nvSpPr>
            <p:cNvPr id="15" name="四角形: 角を丸くする 14">
              <a:extLst>
                <a:ext uri="{FF2B5EF4-FFF2-40B4-BE49-F238E27FC236}">
                  <a16:creationId xmlns:a16="http://schemas.microsoft.com/office/drawing/2014/main" id="{3A5F7EE6-2488-0C14-2230-2BA0A1889B0E}"/>
                </a:ext>
              </a:extLst>
            </p:cNvPr>
            <p:cNvSpPr/>
            <p:nvPr/>
          </p:nvSpPr>
          <p:spPr>
            <a:xfrm>
              <a:off x="1977685" y="2851247"/>
              <a:ext cx="419916" cy="219103"/>
            </a:xfrm>
            <a:prstGeom prst="roundRect">
              <a:avLst/>
            </a:prstGeom>
            <a:solidFill>
              <a:schemeClr val="bg1">
                <a:lumMod val="6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kumimoji="1" lang="ja-JP" altLang="en-US" sz="1100" dirty="0"/>
            </a:p>
          </p:txBody>
        </p:sp>
        <p:cxnSp>
          <p:nvCxnSpPr>
            <p:cNvPr id="17" name="直線コネクタ 16">
              <a:extLst>
                <a:ext uri="{FF2B5EF4-FFF2-40B4-BE49-F238E27FC236}">
                  <a16:creationId xmlns:a16="http://schemas.microsoft.com/office/drawing/2014/main" id="{33D12879-10A7-D3F8-BC48-8436B450142C}"/>
                </a:ext>
              </a:extLst>
            </p:cNvPr>
            <p:cNvCxnSpPr>
              <a:cxnSpLocks/>
              <a:stCxn id="7" idx="2"/>
              <a:endCxn id="8" idx="0"/>
            </p:cNvCxnSpPr>
            <p:nvPr/>
          </p:nvCxnSpPr>
          <p:spPr>
            <a:xfrm rot="5400000">
              <a:off x="1222273" y="2020724"/>
              <a:ext cx="182450" cy="699362"/>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18" name="直線コネクタ 16">
              <a:extLst>
                <a:ext uri="{FF2B5EF4-FFF2-40B4-BE49-F238E27FC236}">
                  <a16:creationId xmlns:a16="http://schemas.microsoft.com/office/drawing/2014/main" id="{CC25883E-1381-1A37-B955-15FE3D066A05}"/>
                </a:ext>
              </a:extLst>
            </p:cNvPr>
            <p:cNvCxnSpPr>
              <a:cxnSpLocks/>
              <a:stCxn id="7" idx="2"/>
              <a:endCxn id="9" idx="0"/>
            </p:cNvCxnSpPr>
            <p:nvPr/>
          </p:nvCxnSpPr>
          <p:spPr>
            <a:xfrm rot="16200000" flipH="1">
              <a:off x="1690303" y="2252055"/>
              <a:ext cx="196781" cy="251029"/>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22" name="直線コネクタ 16">
              <a:extLst>
                <a:ext uri="{FF2B5EF4-FFF2-40B4-BE49-F238E27FC236}">
                  <a16:creationId xmlns:a16="http://schemas.microsoft.com/office/drawing/2014/main" id="{E555ADF4-4DEF-9630-B396-99A9773CDE10}"/>
                </a:ext>
              </a:extLst>
            </p:cNvPr>
            <p:cNvCxnSpPr>
              <a:cxnSpLocks/>
              <a:stCxn id="7" idx="2"/>
              <a:endCxn id="10" idx="0"/>
            </p:cNvCxnSpPr>
            <p:nvPr/>
          </p:nvCxnSpPr>
          <p:spPr>
            <a:xfrm rot="16200000" flipH="1">
              <a:off x="2055445" y="1886913"/>
              <a:ext cx="190836" cy="975369"/>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25" name="直線コネクタ 16">
              <a:extLst>
                <a:ext uri="{FF2B5EF4-FFF2-40B4-BE49-F238E27FC236}">
                  <a16:creationId xmlns:a16="http://schemas.microsoft.com/office/drawing/2014/main" id="{D10D1706-7DC0-E17D-3FB1-5DE18BAF1802}"/>
                </a:ext>
              </a:extLst>
            </p:cNvPr>
            <p:cNvCxnSpPr>
              <a:cxnSpLocks/>
              <a:stCxn id="9" idx="2"/>
              <a:endCxn id="14" idx="0"/>
            </p:cNvCxnSpPr>
            <p:nvPr/>
          </p:nvCxnSpPr>
          <p:spPr>
            <a:xfrm rot="5400000">
              <a:off x="1726137" y="2663175"/>
              <a:ext cx="156183" cy="219961"/>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29" name="直線コネクタ 16">
              <a:extLst>
                <a:ext uri="{FF2B5EF4-FFF2-40B4-BE49-F238E27FC236}">
                  <a16:creationId xmlns:a16="http://schemas.microsoft.com/office/drawing/2014/main" id="{CFBEC61A-776A-B877-92D9-7372C3BEE749}"/>
                </a:ext>
              </a:extLst>
            </p:cNvPr>
            <p:cNvCxnSpPr>
              <a:cxnSpLocks/>
              <a:stCxn id="9" idx="2"/>
              <a:endCxn id="15" idx="0"/>
            </p:cNvCxnSpPr>
            <p:nvPr/>
          </p:nvCxnSpPr>
          <p:spPr>
            <a:xfrm rot="16200000" flipH="1">
              <a:off x="1972834" y="2636437"/>
              <a:ext cx="156183" cy="273435"/>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32" name="直線コネクタ 16">
              <a:extLst>
                <a:ext uri="{FF2B5EF4-FFF2-40B4-BE49-F238E27FC236}">
                  <a16:creationId xmlns:a16="http://schemas.microsoft.com/office/drawing/2014/main" id="{2498534B-EACD-4524-F95C-58899A993B05}"/>
                </a:ext>
              </a:extLst>
            </p:cNvPr>
            <p:cNvCxnSpPr>
              <a:cxnSpLocks/>
              <a:stCxn id="8" idx="2"/>
              <a:endCxn id="11" idx="0"/>
            </p:cNvCxnSpPr>
            <p:nvPr/>
          </p:nvCxnSpPr>
          <p:spPr>
            <a:xfrm rot="5400000">
              <a:off x="685883" y="2573313"/>
              <a:ext cx="170514" cy="385355"/>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35" name="直線コネクタ 16">
              <a:extLst>
                <a:ext uri="{FF2B5EF4-FFF2-40B4-BE49-F238E27FC236}">
                  <a16:creationId xmlns:a16="http://schemas.microsoft.com/office/drawing/2014/main" id="{FE1871BA-2A01-B5A3-BA70-3359FC65B06E}"/>
                </a:ext>
              </a:extLst>
            </p:cNvPr>
            <p:cNvCxnSpPr>
              <a:cxnSpLocks/>
              <a:stCxn id="8" idx="2"/>
              <a:endCxn id="12" idx="0"/>
            </p:cNvCxnSpPr>
            <p:nvPr/>
          </p:nvCxnSpPr>
          <p:spPr>
            <a:xfrm rot="16200000" flipH="1">
              <a:off x="972585" y="2671965"/>
              <a:ext cx="170514" cy="188050"/>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38" name="直線コネクタ 16">
              <a:extLst>
                <a:ext uri="{FF2B5EF4-FFF2-40B4-BE49-F238E27FC236}">
                  <a16:creationId xmlns:a16="http://schemas.microsoft.com/office/drawing/2014/main" id="{A29ECD72-C1B7-DF41-1766-6FB840295BDA}"/>
                </a:ext>
              </a:extLst>
            </p:cNvPr>
            <p:cNvCxnSpPr>
              <a:cxnSpLocks/>
              <a:stCxn id="12" idx="2"/>
              <a:endCxn id="13" idx="0"/>
            </p:cNvCxnSpPr>
            <p:nvPr/>
          </p:nvCxnSpPr>
          <p:spPr>
            <a:xfrm rot="16200000" flipH="1">
              <a:off x="1074646" y="3147571"/>
              <a:ext cx="155714" cy="1272"/>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grpSp>
      <p:sp>
        <p:nvSpPr>
          <p:cNvPr id="86" name="テキスト ボックス 85">
            <a:extLst>
              <a:ext uri="{FF2B5EF4-FFF2-40B4-BE49-F238E27FC236}">
                <a16:creationId xmlns:a16="http://schemas.microsoft.com/office/drawing/2014/main" id="{FC71EE9B-F3F6-C896-44E2-2C6BCE0AD236}"/>
              </a:ext>
            </a:extLst>
          </p:cNvPr>
          <p:cNvSpPr txBox="1"/>
          <p:nvPr/>
        </p:nvSpPr>
        <p:spPr>
          <a:xfrm>
            <a:off x="7576951" y="2936589"/>
            <a:ext cx="4272523" cy="1754326"/>
          </a:xfrm>
          <a:prstGeom prst="rect">
            <a:avLst/>
          </a:prstGeom>
          <a:noFill/>
        </p:spPr>
        <p:txBody>
          <a:bodyPr wrap="square" rtlCol="0">
            <a:spAutoFit/>
          </a:bodyPr>
          <a:lstStyle/>
          <a:p>
            <a:pPr marL="171450" indent="-171450">
              <a:buFont typeface="Wingdings" panose="05000000000000000000" pitchFamily="2" charset="2"/>
              <a:buChar char="ü"/>
            </a:pPr>
            <a:r>
              <a:rPr kumimoji="1" lang="ja-JP" altLang="en-US" sz="1200" dirty="0">
                <a:solidFill>
                  <a:schemeClr val="tx2"/>
                </a:solidFill>
              </a:rPr>
              <a:t>アーキテクチャ</a:t>
            </a:r>
            <a:r>
              <a:rPr lang="en-US" altLang="ja-JP" sz="1200" dirty="0">
                <a:solidFill>
                  <a:schemeClr val="tx2"/>
                </a:solidFill>
              </a:rPr>
              <a:t>(</a:t>
            </a:r>
            <a:r>
              <a:rPr lang="ja-JP" altLang="en-US" sz="1200" dirty="0">
                <a:solidFill>
                  <a:schemeClr val="tx2"/>
                </a:solidFill>
              </a:rPr>
              <a:t>システム構成や</a:t>
            </a:r>
            <a:r>
              <a:rPr lang="en-US" altLang="ja-JP" sz="1200" dirty="0">
                <a:solidFill>
                  <a:schemeClr val="tx2"/>
                </a:solidFill>
              </a:rPr>
              <a:t>I/F)</a:t>
            </a:r>
            <a:r>
              <a:rPr kumimoji="1" lang="ja-JP" altLang="en-US" sz="1200" dirty="0">
                <a:solidFill>
                  <a:schemeClr val="tx2"/>
                </a:solidFill>
              </a:rPr>
              <a:t>、および入力となる要件</a:t>
            </a:r>
            <a:r>
              <a:rPr lang="ja-JP" altLang="en-US" sz="1200" dirty="0">
                <a:solidFill>
                  <a:schemeClr val="tx2"/>
                </a:solidFill>
              </a:rPr>
              <a:t>等</a:t>
            </a:r>
            <a:r>
              <a:rPr kumimoji="1" lang="ja-JP" altLang="en-US" sz="1200" dirty="0">
                <a:solidFill>
                  <a:schemeClr val="tx2"/>
                </a:solidFill>
              </a:rPr>
              <a:t>を</a:t>
            </a:r>
            <a:br>
              <a:rPr kumimoji="1" lang="en-US" altLang="ja-JP" sz="1200" dirty="0">
                <a:solidFill>
                  <a:schemeClr val="tx2"/>
                </a:solidFill>
              </a:rPr>
            </a:br>
            <a:r>
              <a:rPr kumimoji="1" lang="ja-JP" altLang="en-US" sz="1200" dirty="0">
                <a:solidFill>
                  <a:schemeClr val="tx2"/>
                </a:solidFill>
              </a:rPr>
              <a:t>主ターゲット</a:t>
            </a:r>
            <a:r>
              <a:rPr lang="ja-JP" altLang="en-US" sz="1200" dirty="0">
                <a:solidFill>
                  <a:schemeClr val="tx2"/>
                </a:solidFill>
              </a:rPr>
              <a:t>として</a:t>
            </a:r>
            <a:r>
              <a:rPr kumimoji="1" lang="ja-JP" altLang="en-US" sz="1200" dirty="0">
                <a:solidFill>
                  <a:schemeClr val="tx2"/>
                </a:solidFill>
              </a:rPr>
              <a:t>、デジタルデータを活用した</a:t>
            </a:r>
            <a:br>
              <a:rPr kumimoji="1" lang="en-US" altLang="ja-JP" sz="1200" dirty="0">
                <a:solidFill>
                  <a:schemeClr val="tx2"/>
                </a:solidFill>
              </a:rPr>
            </a:br>
            <a:r>
              <a:rPr kumimoji="1" lang="ja-JP" altLang="en-US" sz="1200" dirty="0">
                <a:solidFill>
                  <a:schemeClr val="tx2"/>
                </a:solidFill>
              </a:rPr>
              <a:t>　</a:t>
            </a:r>
            <a:r>
              <a:rPr lang="ja-JP" altLang="en-US" sz="1200" dirty="0">
                <a:solidFill>
                  <a:schemeClr val="tx2"/>
                </a:solidFill>
              </a:rPr>
              <a:t>・ </a:t>
            </a:r>
            <a:r>
              <a:rPr kumimoji="1" lang="ja-JP" altLang="en-US" sz="1200" dirty="0">
                <a:solidFill>
                  <a:srgbClr val="009BC6"/>
                </a:solidFill>
              </a:rPr>
              <a:t>検証</a:t>
            </a:r>
            <a:r>
              <a:rPr lang="ja-JP" altLang="en-US" sz="1200" dirty="0">
                <a:solidFill>
                  <a:schemeClr val="tx2"/>
                </a:solidFill>
              </a:rPr>
              <a:t> → </a:t>
            </a:r>
            <a:r>
              <a:rPr lang="en-US" altLang="ja-JP" sz="1200" dirty="0">
                <a:solidFill>
                  <a:schemeClr val="tx2"/>
                </a:solidFill>
              </a:rPr>
              <a:t>I/F</a:t>
            </a:r>
            <a:r>
              <a:rPr kumimoji="1" lang="ja-JP" altLang="en-US" sz="1200" dirty="0">
                <a:solidFill>
                  <a:schemeClr val="tx2"/>
                </a:solidFill>
              </a:rPr>
              <a:t>不整合の検出</a:t>
            </a:r>
            <a:br>
              <a:rPr lang="en-US" altLang="ja-JP" sz="1200" dirty="0">
                <a:solidFill>
                  <a:schemeClr val="tx2"/>
                </a:solidFill>
              </a:rPr>
            </a:br>
            <a:r>
              <a:rPr lang="ja-JP" altLang="en-US" sz="1200" dirty="0">
                <a:solidFill>
                  <a:schemeClr val="tx2"/>
                </a:solidFill>
              </a:rPr>
              <a:t>　・ </a:t>
            </a:r>
            <a:r>
              <a:rPr lang="ja-JP" altLang="en-US" sz="1200" dirty="0">
                <a:solidFill>
                  <a:srgbClr val="009BC6"/>
                </a:solidFill>
              </a:rPr>
              <a:t>俯瞰</a:t>
            </a:r>
            <a:r>
              <a:rPr lang="ja-JP" altLang="en-US" sz="1200" dirty="0">
                <a:solidFill>
                  <a:schemeClr val="tx2"/>
                </a:solidFill>
              </a:rPr>
              <a:t>　→ アーキの共有・認知</a:t>
            </a:r>
            <a:br>
              <a:rPr lang="en-US" altLang="ja-JP" sz="1200" dirty="0">
                <a:solidFill>
                  <a:schemeClr val="tx2"/>
                </a:solidFill>
              </a:rPr>
            </a:br>
            <a:r>
              <a:rPr lang="ja-JP" altLang="en-US" sz="1200" dirty="0">
                <a:solidFill>
                  <a:schemeClr val="tx2"/>
                </a:solidFill>
              </a:rPr>
              <a:t>　・ </a:t>
            </a:r>
            <a:r>
              <a:rPr lang="ja-JP" altLang="en-US" sz="1200" dirty="0">
                <a:solidFill>
                  <a:srgbClr val="009BC6"/>
                </a:solidFill>
              </a:rPr>
              <a:t>影響範囲分析</a:t>
            </a:r>
            <a:r>
              <a:rPr lang="ja-JP" altLang="en-US" sz="1200" dirty="0">
                <a:solidFill>
                  <a:schemeClr val="tx2"/>
                </a:solidFill>
              </a:rPr>
              <a:t> → アーキの維持</a:t>
            </a:r>
            <a:br>
              <a:rPr lang="en-US" altLang="ja-JP" sz="1200" dirty="0">
                <a:solidFill>
                  <a:schemeClr val="tx2"/>
                </a:solidFill>
              </a:rPr>
            </a:br>
            <a:r>
              <a:rPr lang="ja-JP" altLang="en-US" sz="1200" dirty="0">
                <a:solidFill>
                  <a:schemeClr val="tx2"/>
                </a:solidFill>
              </a:rPr>
              <a:t>を支える環境を構築。アーキベースの開発の土台とする。</a:t>
            </a:r>
            <a:endParaRPr lang="en-US" altLang="ja-JP" sz="1200" dirty="0">
              <a:solidFill>
                <a:schemeClr val="tx2"/>
              </a:solidFill>
            </a:endParaRPr>
          </a:p>
          <a:p>
            <a:pPr marL="171450" indent="-171450">
              <a:buFont typeface="Wingdings" panose="05000000000000000000" pitchFamily="2" charset="2"/>
              <a:buChar char="ü"/>
            </a:pPr>
            <a:endParaRPr lang="en-US" altLang="ja-JP" sz="1200" dirty="0">
              <a:solidFill>
                <a:schemeClr val="tx2"/>
              </a:solidFill>
            </a:endParaRPr>
          </a:p>
          <a:p>
            <a:pPr marL="171450" indent="-171450">
              <a:buFont typeface="Wingdings" panose="05000000000000000000" pitchFamily="2" charset="2"/>
              <a:buChar char="ü"/>
            </a:pPr>
            <a:r>
              <a:rPr lang="ja-JP" altLang="en-US" sz="1200" dirty="0">
                <a:solidFill>
                  <a:schemeClr val="tx2"/>
                </a:solidFill>
              </a:rPr>
              <a:t>アーキテクチャを支える関連ドキュメントは軽量デジタル化システムで管理し、アーキテクチャと相互に行き来</a:t>
            </a:r>
            <a:r>
              <a:rPr lang="en-US" altLang="ja-JP" sz="1200" dirty="0">
                <a:solidFill>
                  <a:schemeClr val="tx2"/>
                </a:solidFill>
              </a:rPr>
              <a:t>(</a:t>
            </a:r>
            <a:r>
              <a:rPr lang="ja-JP" altLang="en-US" sz="1200" dirty="0">
                <a:solidFill>
                  <a:schemeClr val="tx2"/>
                </a:solidFill>
              </a:rPr>
              <a:t>参照</a:t>
            </a:r>
            <a:r>
              <a:rPr lang="en-US" altLang="ja-JP" sz="1200" dirty="0">
                <a:solidFill>
                  <a:schemeClr val="tx2"/>
                </a:solidFill>
              </a:rPr>
              <a:t>)</a:t>
            </a:r>
            <a:r>
              <a:rPr lang="ja-JP" altLang="en-US" sz="1200" dirty="0">
                <a:solidFill>
                  <a:schemeClr val="tx2"/>
                </a:solidFill>
              </a:rPr>
              <a:t>を可能にする。</a:t>
            </a:r>
            <a:endParaRPr lang="en-US" altLang="ja-JP" sz="1200" dirty="0">
              <a:solidFill>
                <a:schemeClr val="tx2"/>
              </a:solidFill>
            </a:endParaRPr>
          </a:p>
        </p:txBody>
      </p:sp>
      <p:sp>
        <p:nvSpPr>
          <p:cNvPr id="229" name="矢印: 右 228">
            <a:extLst>
              <a:ext uri="{FF2B5EF4-FFF2-40B4-BE49-F238E27FC236}">
                <a16:creationId xmlns:a16="http://schemas.microsoft.com/office/drawing/2014/main" id="{B7BF811D-6FC9-C4DB-D455-B71DCE7ADCF5}"/>
              </a:ext>
            </a:extLst>
          </p:cNvPr>
          <p:cNvSpPr/>
          <p:nvPr/>
        </p:nvSpPr>
        <p:spPr>
          <a:xfrm>
            <a:off x="1815085" y="3904977"/>
            <a:ext cx="1985437" cy="687849"/>
          </a:xfrm>
          <a:prstGeom prst="rightArrow">
            <a:avLst/>
          </a:prstGeom>
          <a:solidFill>
            <a:srgbClr val="009BC6">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5" name="テキスト ボックス 44">
            <a:extLst>
              <a:ext uri="{FF2B5EF4-FFF2-40B4-BE49-F238E27FC236}">
                <a16:creationId xmlns:a16="http://schemas.microsoft.com/office/drawing/2014/main" id="{4033200E-F93B-DC7A-64AE-999C4ACB7385}"/>
              </a:ext>
            </a:extLst>
          </p:cNvPr>
          <p:cNvSpPr txBox="1"/>
          <p:nvPr/>
        </p:nvSpPr>
        <p:spPr>
          <a:xfrm>
            <a:off x="2058128" y="4581294"/>
            <a:ext cx="1548672" cy="461665"/>
          </a:xfrm>
          <a:prstGeom prst="rect">
            <a:avLst/>
          </a:prstGeom>
          <a:noFill/>
        </p:spPr>
        <p:txBody>
          <a:bodyPr wrap="square" rtlCol="0">
            <a:spAutoFit/>
          </a:bodyPr>
          <a:lstStyle/>
          <a:p>
            <a:r>
              <a:rPr lang="ja-JP" altLang="en-US" sz="1200" b="1" dirty="0">
                <a:solidFill>
                  <a:srgbClr val="009BC6"/>
                </a:solidFill>
              </a:rPr>
              <a:t>問題の所在が見えている領域に</a:t>
            </a:r>
            <a:r>
              <a:rPr kumimoji="1" lang="ja-JP" altLang="en-US" sz="1200" b="1" dirty="0">
                <a:solidFill>
                  <a:srgbClr val="009BC6"/>
                </a:solidFill>
              </a:rPr>
              <a:t>フォーカス</a:t>
            </a:r>
          </a:p>
        </p:txBody>
      </p:sp>
      <p:pic>
        <p:nvPicPr>
          <p:cNvPr id="329" name="図 328">
            <a:extLst>
              <a:ext uri="{FF2B5EF4-FFF2-40B4-BE49-F238E27FC236}">
                <a16:creationId xmlns:a16="http://schemas.microsoft.com/office/drawing/2014/main" id="{60C90973-568E-AB37-70B0-A3B2900575E5}"/>
              </a:ext>
            </a:extLst>
          </p:cNvPr>
          <p:cNvPicPr>
            <a:picLocks noChangeAspect="1"/>
          </p:cNvPicPr>
          <p:nvPr/>
        </p:nvPicPr>
        <p:blipFill>
          <a:blip r:embed="rId2"/>
          <a:stretch>
            <a:fillRect/>
          </a:stretch>
        </p:blipFill>
        <p:spPr>
          <a:xfrm>
            <a:off x="4103482" y="2604795"/>
            <a:ext cx="3058379" cy="3036596"/>
          </a:xfrm>
          <a:prstGeom prst="rect">
            <a:avLst/>
          </a:prstGeom>
        </p:spPr>
      </p:pic>
      <p:sp>
        <p:nvSpPr>
          <p:cNvPr id="331" name="テキスト ボックス 330">
            <a:extLst>
              <a:ext uri="{FF2B5EF4-FFF2-40B4-BE49-F238E27FC236}">
                <a16:creationId xmlns:a16="http://schemas.microsoft.com/office/drawing/2014/main" id="{ECEDD30F-1AD6-2166-B5F8-E7BD336AECE3}"/>
              </a:ext>
            </a:extLst>
          </p:cNvPr>
          <p:cNvSpPr txBox="1"/>
          <p:nvPr/>
        </p:nvSpPr>
        <p:spPr>
          <a:xfrm>
            <a:off x="3891276" y="2236813"/>
            <a:ext cx="992812" cy="161583"/>
          </a:xfrm>
          <a:prstGeom prst="rect">
            <a:avLst/>
          </a:prstGeom>
          <a:noFill/>
        </p:spPr>
        <p:txBody>
          <a:bodyPr wrap="square" lIns="0" tIns="0" rIns="0" bIns="0" rtlCol="0">
            <a:spAutoFit/>
          </a:bodyPr>
          <a:lstStyle/>
          <a:p>
            <a:r>
              <a:rPr kumimoji="1" lang="ja-JP" altLang="en-US" sz="1050" b="1" dirty="0">
                <a:solidFill>
                  <a:srgbClr val="009BC6"/>
                </a:solidFill>
              </a:rPr>
              <a:t>デジタル化</a:t>
            </a:r>
            <a:r>
              <a:rPr kumimoji="1" lang="en-US" altLang="ja-JP" sz="1050" b="1" dirty="0">
                <a:solidFill>
                  <a:srgbClr val="009BC6"/>
                </a:solidFill>
              </a:rPr>
              <a:t>(ND)</a:t>
            </a:r>
            <a:endParaRPr kumimoji="1" lang="ja-JP" altLang="en-US" sz="1050" b="1" dirty="0">
              <a:solidFill>
                <a:srgbClr val="009BC6"/>
              </a:solidFill>
            </a:endParaRPr>
          </a:p>
        </p:txBody>
      </p:sp>
      <p:sp>
        <p:nvSpPr>
          <p:cNvPr id="332" name="正方形/長方形 331">
            <a:extLst>
              <a:ext uri="{FF2B5EF4-FFF2-40B4-BE49-F238E27FC236}">
                <a16:creationId xmlns:a16="http://schemas.microsoft.com/office/drawing/2014/main" id="{81C7CAAD-885C-CCBC-2F69-46D1FED10161}"/>
              </a:ext>
            </a:extLst>
          </p:cNvPr>
          <p:cNvSpPr/>
          <p:nvPr/>
        </p:nvSpPr>
        <p:spPr>
          <a:xfrm>
            <a:off x="4884088" y="2486025"/>
            <a:ext cx="2469212" cy="530505"/>
          </a:xfrm>
          <a:prstGeom prst="rect">
            <a:avLst/>
          </a:prstGeom>
          <a:solidFill>
            <a:schemeClr val="bg2">
              <a:lumMod val="90000"/>
              <a:alpha val="4000"/>
            </a:schemeClr>
          </a:solidFill>
          <a:ln w="19050">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3" name="テキスト ボックス 332">
            <a:extLst>
              <a:ext uri="{FF2B5EF4-FFF2-40B4-BE49-F238E27FC236}">
                <a16:creationId xmlns:a16="http://schemas.microsoft.com/office/drawing/2014/main" id="{E23CEA74-EF04-0BA5-0F76-AA5E8ECACBC4}"/>
              </a:ext>
            </a:extLst>
          </p:cNvPr>
          <p:cNvSpPr txBox="1"/>
          <p:nvPr/>
        </p:nvSpPr>
        <p:spPr>
          <a:xfrm>
            <a:off x="5103170" y="2245570"/>
            <a:ext cx="2320622" cy="161583"/>
          </a:xfrm>
          <a:prstGeom prst="rect">
            <a:avLst/>
          </a:prstGeom>
          <a:noFill/>
        </p:spPr>
        <p:txBody>
          <a:bodyPr wrap="square" lIns="0" tIns="0" rIns="0" bIns="0" rtlCol="0">
            <a:spAutoFit/>
          </a:bodyPr>
          <a:lstStyle/>
          <a:p>
            <a:r>
              <a:rPr kumimoji="1" lang="ja-JP" altLang="en-US" sz="1050" b="1" dirty="0">
                <a:solidFill>
                  <a:schemeClr val="tx2"/>
                </a:solidFill>
              </a:rPr>
              <a:t>軽量デジタル化システムでドキュメント管理</a:t>
            </a:r>
          </a:p>
        </p:txBody>
      </p:sp>
      <p:sp>
        <p:nvSpPr>
          <p:cNvPr id="334" name="テキスト プレースホルダー 2">
            <a:extLst>
              <a:ext uri="{FF2B5EF4-FFF2-40B4-BE49-F238E27FC236}">
                <a16:creationId xmlns:a16="http://schemas.microsoft.com/office/drawing/2014/main" id="{27A4196A-B1D6-3FE1-B923-8A40CF996DC3}"/>
              </a:ext>
            </a:extLst>
          </p:cNvPr>
          <p:cNvSpPr txBox="1">
            <a:spLocks/>
          </p:cNvSpPr>
          <p:nvPr/>
        </p:nvSpPr>
        <p:spPr>
          <a:xfrm>
            <a:off x="3" y="717867"/>
            <a:ext cx="12203112" cy="5363330"/>
          </a:xfrm>
          <a:prstGeom prst="rect">
            <a:avLst/>
          </a:prstGeom>
        </p:spPr>
        <p:txBody>
          <a:bodyPr>
            <a:normAutofit/>
          </a:bodyPr>
          <a:lstStyle>
            <a:lvl1pPr marL="228806" indent="-228806" algn="l" defTabSz="915223" rtl="0" eaLnBrk="1" latinLnBrk="0" hangingPunct="1">
              <a:lnSpc>
                <a:spcPct val="90000"/>
              </a:lnSpc>
              <a:spcBef>
                <a:spcPts val="1001"/>
              </a:spcBef>
              <a:buFont typeface="Arial" panose="020B0604020202020204" pitchFamily="34" charset="0"/>
              <a:buChar char="•"/>
              <a:defRPr kumimoji="1" sz="2002" kern="1200">
                <a:solidFill>
                  <a:srgbClr val="334553"/>
                </a:solidFill>
                <a:latin typeface="+mn-lt"/>
                <a:ea typeface="+mn-ea"/>
                <a:cs typeface="+mn-cs"/>
              </a:defRPr>
            </a:lvl1pPr>
            <a:lvl2pPr marL="686417" indent="-228806" algn="l" defTabSz="915223" rtl="0" eaLnBrk="1" latinLnBrk="0" hangingPunct="1">
              <a:lnSpc>
                <a:spcPct val="90000"/>
              </a:lnSpc>
              <a:spcBef>
                <a:spcPts val="500"/>
              </a:spcBef>
              <a:buFont typeface="Arial" panose="020B0604020202020204" pitchFamily="34" charset="0"/>
              <a:buChar char="•"/>
              <a:defRPr kumimoji="1" sz="1802" kern="1200">
                <a:solidFill>
                  <a:srgbClr val="334553"/>
                </a:solidFill>
                <a:latin typeface="+mn-lt"/>
                <a:ea typeface="+mn-ea"/>
                <a:cs typeface="+mn-cs"/>
              </a:defRPr>
            </a:lvl2pPr>
            <a:lvl3pPr marL="1144029" indent="-228806" algn="l" defTabSz="915223" rtl="0" eaLnBrk="1" latinLnBrk="0" hangingPunct="1">
              <a:lnSpc>
                <a:spcPct val="90000"/>
              </a:lnSpc>
              <a:spcBef>
                <a:spcPts val="500"/>
              </a:spcBef>
              <a:buFont typeface="Arial" panose="020B0604020202020204" pitchFamily="34" charset="0"/>
              <a:buChar char="•"/>
              <a:defRPr kumimoji="1" sz="1601" kern="1200">
                <a:solidFill>
                  <a:srgbClr val="334553"/>
                </a:solidFill>
                <a:latin typeface="+mn-lt"/>
                <a:ea typeface="+mn-ea"/>
                <a:cs typeface="+mn-cs"/>
              </a:defRPr>
            </a:lvl3pPr>
            <a:lvl4pPr marL="1601640" indent="-228806" algn="l" defTabSz="915223" rtl="0" eaLnBrk="1" latinLnBrk="0" hangingPunct="1">
              <a:lnSpc>
                <a:spcPct val="90000"/>
              </a:lnSpc>
              <a:spcBef>
                <a:spcPts val="500"/>
              </a:spcBef>
              <a:buFont typeface="Arial" panose="020B0604020202020204" pitchFamily="34" charset="0"/>
              <a:buChar char="•"/>
              <a:defRPr kumimoji="1" sz="1401" kern="1200">
                <a:solidFill>
                  <a:srgbClr val="334553"/>
                </a:solidFill>
                <a:latin typeface="+mn-lt"/>
                <a:ea typeface="+mn-ea"/>
                <a:cs typeface="+mn-cs"/>
              </a:defRPr>
            </a:lvl4pPr>
            <a:lvl5pPr marL="2059252" indent="-228806" algn="l" defTabSz="915223" rtl="0" eaLnBrk="1" latinLnBrk="0" hangingPunct="1">
              <a:lnSpc>
                <a:spcPct val="90000"/>
              </a:lnSpc>
              <a:spcBef>
                <a:spcPts val="500"/>
              </a:spcBef>
              <a:buFont typeface="Arial" panose="020B0604020202020204" pitchFamily="34" charset="0"/>
              <a:buChar char="•"/>
              <a:defRPr kumimoji="1" sz="801" kern="1200">
                <a:solidFill>
                  <a:srgbClr val="334553"/>
                </a:solidFill>
                <a:latin typeface="+mn-lt"/>
                <a:ea typeface="+mn-ea"/>
                <a:cs typeface="+mn-cs"/>
              </a:defRPr>
            </a:lvl5pPr>
            <a:lvl6pPr marL="2516863" indent="-228806" algn="l" defTabSz="915223" rtl="0" eaLnBrk="1" latinLnBrk="0" hangingPunct="1">
              <a:lnSpc>
                <a:spcPct val="90000"/>
              </a:lnSpc>
              <a:spcBef>
                <a:spcPts val="500"/>
              </a:spcBef>
              <a:buFont typeface="Arial" panose="020B0604020202020204" pitchFamily="34" charset="0"/>
              <a:buChar char="•"/>
              <a:defRPr kumimoji="1" sz="1802" kern="1200">
                <a:solidFill>
                  <a:schemeClr val="tx1"/>
                </a:solidFill>
                <a:latin typeface="+mn-lt"/>
                <a:ea typeface="+mn-ea"/>
                <a:cs typeface="+mn-cs"/>
              </a:defRPr>
            </a:lvl6pPr>
            <a:lvl7pPr marL="2974475" indent="-228806" algn="l" defTabSz="915223" rtl="0" eaLnBrk="1" latinLnBrk="0" hangingPunct="1">
              <a:lnSpc>
                <a:spcPct val="90000"/>
              </a:lnSpc>
              <a:spcBef>
                <a:spcPts val="500"/>
              </a:spcBef>
              <a:buFont typeface="Arial" panose="020B0604020202020204" pitchFamily="34" charset="0"/>
              <a:buChar char="•"/>
              <a:defRPr kumimoji="1" sz="1802" kern="1200">
                <a:solidFill>
                  <a:schemeClr val="tx1"/>
                </a:solidFill>
                <a:latin typeface="+mn-lt"/>
                <a:ea typeface="+mn-ea"/>
                <a:cs typeface="+mn-cs"/>
              </a:defRPr>
            </a:lvl7pPr>
            <a:lvl8pPr marL="3432086" indent="-228806" algn="l" defTabSz="915223" rtl="0" eaLnBrk="1" latinLnBrk="0" hangingPunct="1">
              <a:lnSpc>
                <a:spcPct val="90000"/>
              </a:lnSpc>
              <a:spcBef>
                <a:spcPts val="500"/>
              </a:spcBef>
              <a:buFont typeface="Arial" panose="020B0604020202020204" pitchFamily="34" charset="0"/>
              <a:buChar char="•"/>
              <a:defRPr kumimoji="1" sz="1802" kern="1200">
                <a:solidFill>
                  <a:schemeClr val="tx1"/>
                </a:solidFill>
                <a:latin typeface="+mn-lt"/>
                <a:ea typeface="+mn-ea"/>
                <a:cs typeface="+mn-cs"/>
              </a:defRPr>
            </a:lvl8pPr>
            <a:lvl9pPr marL="3889698" indent="-228806" algn="l" defTabSz="915223" rtl="0" eaLnBrk="1" latinLnBrk="0" hangingPunct="1">
              <a:lnSpc>
                <a:spcPct val="90000"/>
              </a:lnSpc>
              <a:spcBef>
                <a:spcPts val="500"/>
              </a:spcBef>
              <a:buFont typeface="Arial" panose="020B0604020202020204" pitchFamily="34" charset="0"/>
              <a:buChar char="•"/>
              <a:defRPr kumimoji="1" sz="1802" kern="1200">
                <a:solidFill>
                  <a:schemeClr val="tx1"/>
                </a:solidFill>
                <a:latin typeface="+mn-lt"/>
                <a:ea typeface="+mn-ea"/>
                <a:cs typeface="+mn-cs"/>
              </a:defRPr>
            </a:lvl9pPr>
          </a:lstStyle>
          <a:p>
            <a:pPr marL="719094" indent="0">
              <a:lnSpc>
                <a:spcPct val="100000"/>
              </a:lnSpc>
              <a:buFont typeface="Arial" panose="020B0604020202020204" pitchFamily="34" charset="0"/>
              <a:buNone/>
            </a:pPr>
            <a:r>
              <a:rPr lang="ja-JP" altLang="en-US" sz="1800" dirty="0"/>
              <a:t>システムアーキテクチャ設計の大枠を固めてきたが、今後のサブシステムのマージにおいて、</a:t>
            </a:r>
            <a:br>
              <a:rPr lang="en-US" altLang="ja-JP" sz="1800" dirty="0"/>
            </a:br>
            <a:r>
              <a:rPr lang="ja-JP" altLang="en-US" sz="1800" dirty="0"/>
              <a:t>インタフェースの不整合などが懸念されている。</a:t>
            </a:r>
            <a:endParaRPr lang="en-US" altLang="ja-JP" sz="800" dirty="0"/>
          </a:p>
          <a:p>
            <a:pPr marL="719094" indent="0">
              <a:buFont typeface="Arial" panose="020B0604020202020204" pitchFamily="34" charset="0"/>
              <a:buNone/>
            </a:pPr>
            <a:r>
              <a:rPr lang="ja-JP" altLang="en-US" sz="1800" dirty="0"/>
              <a:t>この活動・問題領域にフォーカスして、設計情報のデジタル化 </a:t>
            </a:r>
            <a:r>
              <a:rPr lang="en-US" altLang="ja-JP" sz="1800" dirty="0"/>
              <a:t>&amp; </a:t>
            </a:r>
            <a:r>
              <a:rPr lang="ja-JP" altLang="en-US" sz="1800" dirty="0"/>
              <a:t>それによる効果創出の実績を出す。</a:t>
            </a:r>
            <a:endParaRPr lang="en-US" altLang="ja-JP" sz="1800" dirty="0"/>
          </a:p>
        </p:txBody>
      </p:sp>
      <p:sp>
        <p:nvSpPr>
          <p:cNvPr id="335" name="矢印: 上下 334">
            <a:extLst>
              <a:ext uri="{FF2B5EF4-FFF2-40B4-BE49-F238E27FC236}">
                <a16:creationId xmlns:a16="http://schemas.microsoft.com/office/drawing/2014/main" id="{E5A3F339-A66F-0254-C43A-0A73F2D0427A}"/>
              </a:ext>
            </a:extLst>
          </p:cNvPr>
          <p:cNvSpPr/>
          <p:nvPr/>
        </p:nvSpPr>
        <p:spPr>
          <a:xfrm>
            <a:off x="5486400" y="4014528"/>
            <a:ext cx="165382" cy="430939"/>
          </a:xfrm>
          <a:prstGeom prst="upDownArrow">
            <a:avLst/>
          </a:prstGeom>
          <a:solidFill>
            <a:srgbClr val="F74D5A">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6" name="テキスト ボックス 335">
            <a:extLst>
              <a:ext uri="{FF2B5EF4-FFF2-40B4-BE49-F238E27FC236}">
                <a16:creationId xmlns:a16="http://schemas.microsoft.com/office/drawing/2014/main" id="{CAB4D4AB-EB9E-19AF-6807-61F254922825}"/>
              </a:ext>
            </a:extLst>
          </p:cNvPr>
          <p:cNvSpPr txBox="1"/>
          <p:nvPr/>
        </p:nvSpPr>
        <p:spPr>
          <a:xfrm>
            <a:off x="4955214" y="4099192"/>
            <a:ext cx="583610" cy="261610"/>
          </a:xfrm>
          <a:prstGeom prst="rect">
            <a:avLst/>
          </a:prstGeom>
          <a:noFill/>
        </p:spPr>
        <p:txBody>
          <a:bodyPr wrap="square" rtlCol="0">
            <a:spAutoFit/>
          </a:bodyPr>
          <a:lstStyle/>
          <a:p>
            <a:r>
              <a:rPr lang="ja-JP" altLang="en-US" sz="1050" b="1" dirty="0">
                <a:solidFill>
                  <a:srgbClr val="F74D5A"/>
                </a:solidFill>
              </a:rPr>
              <a:t>不整合</a:t>
            </a:r>
            <a:endParaRPr kumimoji="1" lang="ja-JP" altLang="en-US" sz="1050" b="1" dirty="0">
              <a:solidFill>
                <a:srgbClr val="F74D5A"/>
              </a:solidFill>
            </a:endParaRPr>
          </a:p>
        </p:txBody>
      </p:sp>
      <p:sp>
        <p:nvSpPr>
          <p:cNvPr id="337" name="矢印: 上下 336">
            <a:extLst>
              <a:ext uri="{FF2B5EF4-FFF2-40B4-BE49-F238E27FC236}">
                <a16:creationId xmlns:a16="http://schemas.microsoft.com/office/drawing/2014/main" id="{5C474264-DE2E-1C0D-ED4F-56A2A257541B}"/>
              </a:ext>
            </a:extLst>
          </p:cNvPr>
          <p:cNvSpPr/>
          <p:nvPr/>
        </p:nvSpPr>
        <p:spPr>
          <a:xfrm rot="16200000">
            <a:off x="5350624" y="4776974"/>
            <a:ext cx="165382" cy="430939"/>
          </a:xfrm>
          <a:prstGeom prst="upDownArrow">
            <a:avLst/>
          </a:prstGeom>
          <a:solidFill>
            <a:srgbClr val="F74D5A">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8" name="テキスト ボックス 337">
            <a:extLst>
              <a:ext uri="{FF2B5EF4-FFF2-40B4-BE49-F238E27FC236}">
                <a16:creationId xmlns:a16="http://schemas.microsoft.com/office/drawing/2014/main" id="{B77C5AB7-B50F-4BE1-62FA-4C560038C568}"/>
              </a:ext>
            </a:extLst>
          </p:cNvPr>
          <p:cNvSpPr txBox="1"/>
          <p:nvPr/>
        </p:nvSpPr>
        <p:spPr>
          <a:xfrm>
            <a:off x="5569091" y="4861638"/>
            <a:ext cx="583610" cy="261610"/>
          </a:xfrm>
          <a:prstGeom prst="rect">
            <a:avLst/>
          </a:prstGeom>
          <a:noFill/>
        </p:spPr>
        <p:txBody>
          <a:bodyPr wrap="square" rtlCol="0">
            <a:spAutoFit/>
          </a:bodyPr>
          <a:lstStyle/>
          <a:p>
            <a:r>
              <a:rPr lang="ja-JP" altLang="en-US" sz="1050" b="1">
                <a:solidFill>
                  <a:srgbClr val="F74D5A"/>
                </a:solidFill>
              </a:rPr>
              <a:t>不整合</a:t>
            </a:r>
            <a:endParaRPr kumimoji="1" lang="ja-JP" altLang="en-US" sz="1050" b="1" dirty="0">
              <a:solidFill>
                <a:srgbClr val="F74D5A"/>
              </a:solidFill>
            </a:endParaRPr>
          </a:p>
        </p:txBody>
      </p:sp>
    </p:spTree>
    <p:extLst>
      <p:ext uri="{BB962C8B-B14F-4D97-AF65-F5344CB8AC3E}">
        <p14:creationId xmlns:p14="http://schemas.microsoft.com/office/powerpoint/2010/main" val="20963103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BF60F3C-9063-29F8-AA0B-987F7ABA5D17}"/>
              </a:ext>
            </a:extLst>
          </p:cNvPr>
          <p:cNvSpPr>
            <a:spLocks noGrp="1"/>
          </p:cNvSpPr>
          <p:nvPr>
            <p:ph type="title"/>
          </p:nvPr>
        </p:nvSpPr>
        <p:spPr>
          <a:xfrm>
            <a:off x="0" y="264004"/>
            <a:ext cx="12203113" cy="371819"/>
          </a:xfrm>
        </p:spPr>
        <p:txBody>
          <a:bodyPr>
            <a:normAutofit fontScale="90000"/>
          </a:bodyPr>
          <a:lstStyle/>
          <a:p>
            <a:r>
              <a:rPr lang="ja-JP" altLang="en-US" dirty="0">
                <a:latin typeface="Meiryo UI" panose="020B0604030504040204" pitchFamily="50" charset="-128"/>
                <a:ea typeface="Meiryo UI" panose="020B0604030504040204" pitchFamily="50" charset="-128"/>
              </a:rPr>
              <a:t> 活動方針・スケジュール案</a:t>
            </a:r>
            <a:endParaRPr kumimoji="1" lang="ja-JP" altLang="en-US" dirty="0">
              <a:latin typeface="Meiryo UI" panose="020B0604030504040204" pitchFamily="50" charset="-128"/>
              <a:ea typeface="Meiryo UI" panose="020B0604030504040204" pitchFamily="50" charset="-128"/>
            </a:endParaRPr>
          </a:p>
        </p:txBody>
      </p:sp>
      <p:sp>
        <p:nvSpPr>
          <p:cNvPr id="4" name="スライド番号プレースホルダー 3">
            <a:extLst>
              <a:ext uri="{FF2B5EF4-FFF2-40B4-BE49-F238E27FC236}">
                <a16:creationId xmlns:a16="http://schemas.microsoft.com/office/drawing/2014/main" id="{38D8C443-402F-F282-DB0A-FAA82B3EFC45}"/>
              </a:ext>
            </a:extLst>
          </p:cNvPr>
          <p:cNvSpPr>
            <a:spLocks noGrp="1"/>
          </p:cNvSpPr>
          <p:nvPr>
            <p:ph type="sldNum" sz="quarter" idx="4"/>
          </p:nvPr>
        </p:nvSpPr>
        <p:spPr>
          <a:xfrm>
            <a:off x="10981038" y="6389169"/>
            <a:ext cx="974124" cy="365125"/>
          </a:xfrm>
          <a:prstGeom prst="rect">
            <a:avLst/>
          </a:prstGeom>
        </p:spPr>
        <p:txBody>
          <a:bodyPr vert="horz" lIns="91440" tIns="45720" rIns="91440" bIns="45720" rtlCol="0" anchor="ctr"/>
          <a:lstStyle>
            <a:defPPr>
              <a:defRPr lang="ja-JP"/>
            </a:defPPr>
            <a:lvl1pPr marL="0" algn="r" defTabSz="914400" rtl="0" eaLnBrk="1" latinLnBrk="0" hangingPunct="1">
              <a:defRPr kumimoji="1" sz="1200" kern="1200">
                <a:solidFill>
                  <a:schemeClr val="bg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735A7A7C-BEC2-C94F-A7A0-F0086A0BE3BB}" type="slidenum">
              <a:rPr lang="ja-JP" altLang="en-US" smtClean="0"/>
              <a:pPr/>
              <a:t>6</a:t>
            </a:fld>
            <a:endParaRPr lang="ja-JP" altLang="en-US"/>
          </a:p>
        </p:txBody>
      </p:sp>
      <p:sp>
        <p:nvSpPr>
          <p:cNvPr id="5" name="フッター プレースホルダー 4">
            <a:extLst>
              <a:ext uri="{FF2B5EF4-FFF2-40B4-BE49-F238E27FC236}">
                <a16:creationId xmlns:a16="http://schemas.microsoft.com/office/drawing/2014/main" id="{394B5D0F-7032-676B-76D3-2AD731B3921C}"/>
              </a:ext>
            </a:extLst>
          </p:cNvPr>
          <p:cNvSpPr>
            <a:spLocks noGrp="1"/>
          </p:cNvSpPr>
          <p:nvPr>
            <p:ph type="ftr" sz="quarter" idx="3"/>
          </p:nvPr>
        </p:nvSpPr>
        <p:spPr>
          <a:xfrm>
            <a:off x="1821991" y="6362236"/>
            <a:ext cx="6338841" cy="365463"/>
          </a:xfrm>
        </p:spPr>
        <p:txBody>
          <a:bodyPr/>
          <a:lstStyle/>
          <a:p>
            <a:r>
              <a:rPr lang="ja-JP" altLang="en-US" sz="1000" dirty="0"/>
              <a:t>設計成果デジタル化の軽量運用企画</a:t>
            </a:r>
            <a:r>
              <a:rPr lang="ja-JP" altLang="en-US" dirty="0"/>
              <a:t>　／　株式会社デンソークリエイト</a:t>
            </a:r>
            <a:endParaRPr lang="en-US" altLang="ja-JP" dirty="0"/>
          </a:p>
          <a:p>
            <a:r>
              <a:rPr lang="en-US" altLang="ja-JP" sz="1050" dirty="0"/>
              <a:t>@ DENSO CREATE INC. ALL RIGHTS RESERVED</a:t>
            </a:r>
            <a:endParaRPr lang="ja-JP" altLang="en-US" sz="1050" dirty="0"/>
          </a:p>
        </p:txBody>
      </p:sp>
      <p:graphicFrame>
        <p:nvGraphicFramePr>
          <p:cNvPr id="63" name="表 62">
            <a:extLst>
              <a:ext uri="{FF2B5EF4-FFF2-40B4-BE49-F238E27FC236}">
                <a16:creationId xmlns:a16="http://schemas.microsoft.com/office/drawing/2014/main" id="{6B9A5A07-89A7-4F89-C6BD-FB19A39B9AF5}"/>
              </a:ext>
            </a:extLst>
          </p:cNvPr>
          <p:cNvGraphicFramePr>
            <a:graphicFrameLocks noGrp="1"/>
          </p:cNvGraphicFramePr>
          <p:nvPr>
            <p:extLst>
              <p:ext uri="{D42A27DB-BD31-4B8C-83A1-F6EECF244321}">
                <p14:modId xmlns:p14="http://schemas.microsoft.com/office/powerpoint/2010/main" val="409563495"/>
              </p:ext>
            </p:extLst>
          </p:nvPr>
        </p:nvGraphicFramePr>
        <p:xfrm>
          <a:off x="207479" y="995842"/>
          <a:ext cx="11747683" cy="4177476"/>
        </p:xfrm>
        <a:graphic>
          <a:graphicData uri="http://schemas.openxmlformats.org/drawingml/2006/table">
            <a:tbl>
              <a:tblPr/>
              <a:tblGrid>
                <a:gridCol w="1629559">
                  <a:extLst>
                    <a:ext uri="{9D8B030D-6E8A-4147-A177-3AD203B41FA5}">
                      <a16:colId xmlns:a16="http://schemas.microsoft.com/office/drawing/2014/main" val="3543120041"/>
                    </a:ext>
                  </a:extLst>
                </a:gridCol>
                <a:gridCol w="362124">
                  <a:extLst>
                    <a:ext uri="{9D8B030D-6E8A-4147-A177-3AD203B41FA5}">
                      <a16:colId xmlns:a16="http://schemas.microsoft.com/office/drawing/2014/main" val="4175111840"/>
                    </a:ext>
                  </a:extLst>
                </a:gridCol>
                <a:gridCol w="828000">
                  <a:extLst>
                    <a:ext uri="{9D8B030D-6E8A-4147-A177-3AD203B41FA5}">
                      <a16:colId xmlns:a16="http://schemas.microsoft.com/office/drawing/2014/main" val="3754744570"/>
                    </a:ext>
                  </a:extLst>
                </a:gridCol>
                <a:gridCol w="828000">
                  <a:extLst>
                    <a:ext uri="{9D8B030D-6E8A-4147-A177-3AD203B41FA5}">
                      <a16:colId xmlns:a16="http://schemas.microsoft.com/office/drawing/2014/main" val="785608585"/>
                    </a:ext>
                  </a:extLst>
                </a:gridCol>
                <a:gridCol w="828000">
                  <a:extLst>
                    <a:ext uri="{9D8B030D-6E8A-4147-A177-3AD203B41FA5}">
                      <a16:colId xmlns:a16="http://schemas.microsoft.com/office/drawing/2014/main" val="1989188267"/>
                    </a:ext>
                  </a:extLst>
                </a:gridCol>
                <a:gridCol w="828000">
                  <a:extLst>
                    <a:ext uri="{9D8B030D-6E8A-4147-A177-3AD203B41FA5}">
                      <a16:colId xmlns:a16="http://schemas.microsoft.com/office/drawing/2014/main" val="1143284439"/>
                    </a:ext>
                  </a:extLst>
                </a:gridCol>
                <a:gridCol w="828000">
                  <a:extLst>
                    <a:ext uri="{9D8B030D-6E8A-4147-A177-3AD203B41FA5}">
                      <a16:colId xmlns:a16="http://schemas.microsoft.com/office/drawing/2014/main" val="265868805"/>
                    </a:ext>
                  </a:extLst>
                </a:gridCol>
                <a:gridCol w="828000">
                  <a:extLst>
                    <a:ext uri="{9D8B030D-6E8A-4147-A177-3AD203B41FA5}">
                      <a16:colId xmlns:a16="http://schemas.microsoft.com/office/drawing/2014/main" val="844259115"/>
                    </a:ext>
                  </a:extLst>
                </a:gridCol>
                <a:gridCol w="828000">
                  <a:extLst>
                    <a:ext uri="{9D8B030D-6E8A-4147-A177-3AD203B41FA5}">
                      <a16:colId xmlns:a16="http://schemas.microsoft.com/office/drawing/2014/main" val="3780961447"/>
                    </a:ext>
                  </a:extLst>
                </a:gridCol>
                <a:gridCol w="828000">
                  <a:extLst>
                    <a:ext uri="{9D8B030D-6E8A-4147-A177-3AD203B41FA5}">
                      <a16:colId xmlns:a16="http://schemas.microsoft.com/office/drawing/2014/main" val="3803439185"/>
                    </a:ext>
                  </a:extLst>
                </a:gridCol>
                <a:gridCol w="828000">
                  <a:extLst>
                    <a:ext uri="{9D8B030D-6E8A-4147-A177-3AD203B41FA5}">
                      <a16:colId xmlns:a16="http://schemas.microsoft.com/office/drawing/2014/main" val="1629515280"/>
                    </a:ext>
                  </a:extLst>
                </a:gridCol>
                <a:gridCol w="828000">
                  <a:extLst>
                    <a:ext uri="{9D8B030D-6E8A-4147-A177-3AD203B41FA5}">
                      <a16:colId xmlns:a16="http://schemas.microsoft.com/office/drawing/2014/main" val="4286648015"/>
                    </a:ext>
                  </a:extLst>
                </a:gridCol>
                <a:gridCol w="828000">
                  <a:extLst>
                    <a:ext uri="{9D8B030D-6E8A-4147-A177-3AD203B41FA5}">
                      <a16:colId xmlns:a16="http://schemas.microsoft.com/office/drawing/2014/main" val="1534858211"/>
                    </a:ext>
                  </a:extLst>
                </a:gridCol>
                <a:gridCol w="648000">
                  <a:extLst>
                    <a:ext uri="{9D8B030D-6E8A-4147-A177-3AD203B41FA5}">
                      <a16:colId xmlns:a16="http://schemas.microsoft.com/office/drawing/2014/main" val="2387265330"/>
                    </a:ext>
                  </a:extLst>
                </a:gridCol>
              </a:tblGrid>
              <a:tr h="163202">
                <a:tc rowSpan="2">
                  <a:txBody>
                    <a:bodyPr/>
                    <a:lstStyle/>
                    <a:p>
                      <a:pPr algn="l" fontAlgn="ctr"/>
                      <a:r>
                        <a:rPr lang="ja-JP" altLang="en-US" sz="1000" b="1" i="0" u="none" strike="noStrike" dirty="0">
                          <a:solidFill>
                            <a:srgbClr val="FFFFFF"/>
                          </a:solidFill>
                          <a:effectLst/>
                          <a:latin typeface="Meiryo UI" panose="020B0604030504040204" pitchFamily="50" charset="-128"/>
                          <a:ea typeface="Meiryo UI" panose="020B0604030504040204" pitchFamily="50" charset="-128"/>
                        </a:rPr>
                        <a:t>テーマ</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gridSpan="5">
                  <a:txBody>
                    <a:bodyPr/>
                    <a:lstStyle/>
                    <a:p>
                      <a:pPr algn="l" fontAlgn="ctr"/>
                      <a:r>
                        <a:rPr lang="en-US" altLang="ja-JP" sz="1000" b="1" i="0" u="none" strike="noStrike" dirty="0">
                          <a:solidFill>
                            <a:srgbClr val="FFFFFF"/>
                          </a:solidFill>
                          <a:effectLst/>
                          <a:latin typeface="Meiryo UI" panose="020B0604030504040204" pitchFamily="50" charset="-128"/>
                          <a:ea typeface="Meiryo UI" panose="020B0604030504040204" pitchFamily="50" charset="-128"/>
                        </a:rPr>
                        <a:t> 1</a:t>
                      </a:r>
                      <a:r>
                        <a:rPr lang="ja-JP" altLang="en-US" sz="1000" b="1" i="0" u="none" strike="noStrike" dirty="0">
                          <a:solidFill>
                            <a:srgbClr val="FFFFFF"/>
                          </a:solidFill>
                          <a:effectLst/>
                          <a:latin typeface="Meiryo UI" panose="020B0604030504040204" pitchFamily="50" charset="-128"/>
                          <a:ea typeface="Meiryo UI" panose="020B0604030504040204" pitchFamily="50" charset="-128"/>
                        </a:rPr>
                        <a:t>月</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hMerge="1">
                  <a:txBody>
                    <a:bodyPr/>
                    <a:lstStyle/>
                    <a:p>
                      <a:endParaRPr kumimoji="1" lang="ja-JP" altLang="en-US"/>
                    </a:p>
                  </a:txBody>
                  <a:tcPr>
                    <a:lnL w="6350" cap="flat" cmpd="sng" algn="ctr">
                      <a:solidFill>
                        <a:srgbClr val="000000"/>
                      </a:solidFill>
                      <a:prstDash val="solid"/>
                      <a:round/>
                      <a:headEnd type="none" w="med" len="med"/>
                      <a:tailEnd type="none" w="med" len="med"/>
                    </a:ln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4">
                  <a:txBody>
                    <a:bodyPr/>
                    <a:lstStyle/>
                    <a:p>
                      <a:pPr algn="l" fontAlgn="ctr"/>
                      <a:r>
                        <a:rPr lang="en-US" altLang="ja-JP" sz="1000" b="1" i="0" u="none" strike="noStrike" dirty="0">
                          <a:solidFill>
                            <a:srgbClr val="FFFFFF"/>
                          </a:solidFill>
                          <a:effectLst/>
                          <a:latin typeface="Meiryo UI" panose="020B0604030504040204" pitchFamily="50" charset="-128"/>
                          <a:ea typeface="Meiryo UI" panose="020B0604030504040204" pitchFamily="50" charset="-128"/>
                        </a:rPr>
                        <a:t> 2</a:t>
                      </a:r>
                      <a:r>
                        <a:rPr lang="ja-JP" altLang="en-US" sz="1000" b="1" i="0" u="none" strike="noStrike" dirty="0">
                          <a:solidFill>
                            <a:srgbClr val="FFFFFF"/>
                          </a:solidFill>
                          <a:effectLst/>
                          <a:latin typeface="Meiryo UI" panose="020B0604030504040204" pitchFamily="50" charset="-128"/>
                          <a:ea typeface="Meiryo UI" panose="020B0604030504040204" pitchFamily="50" charset="-128"/>
                        </a:rPr>
                        <a:t>月</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4">
                  <a:txBody>
                    <a:bodyPr/>
                    <a:lstStyle/>
                    <a:p>
                      <a:pPr algn="l" fontAlgn="ctr"/>
                      <a:r>
                        <a:rPr lang="en-US" altLang="ja-JP" sz="1000" b="1" i="0" u="none" strike="noStrike" dirty="0">
                          <a:solidFill>
                            <a:srgbClr val="FFFFFF"/>
                          </a:solidFill>
                          <a:effectLst/>
                          <a:latin typeface="Meiryo UI" panose="020B0604030504040204" pitchFamily="50" charset="-128"/>
                          <a:ea typeface="Meiryo UI" panose="020B0604030504040204" pitchFamily="50" charset="-128"/>
                        </a:rPr>
                        <a:t> 3</a:t>
                      </a:r>
                      <a:r>
                        <a:rPr lang="ja-JP" altLang="en-US" sz="1000" b="1" i="0" u="none" strike="noStrike" dirty="0">
                          <a:solidFill>
                            <a:srgbClr val="FFFFFF"/>
                          </a:solidFill>
                          <a:effectLst/>
                          <a:latin typeface="Meiryo UI" panose="020B0604030504040204" pitchFamily="50" charset="-128"/>
                          <a:ea typeface="Meiryo UI" panose="020B0604030504040204" pitchFamily="50" charset="-128"/>
                        </a:rPr>
                        <a:t>月</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2695706346"/>
                  </a:ext>
                </a:extLst>
              </a:tr>
              <a:tr h="163202">
                <a:tc vMerge="1">
                  <a:txBody>
                    <a:bodyPr/>
                    <a:lstStyle/>
                    <a:p>
                      <a:endParaRPr kumimoji="1" lang="ja-JP" altLang="en-US"/>
                    </a:p>
                  </a:txBody>
                  <a:tcPr/>
                </a:tc>
                <a:tc>
                  <a:txBody>
                    <a:bodyPr/>
                    <a:lstStyle/>
                    <a:p>
                      <a:pPr algn="l" fontAlgn="ctr"/>
                      <a:r>
                        <a:rPr lang="en-US" sz="1000" b="1" i="0" u="none" strike="noStrike" dirty="0">
                          <a:solidFill>
                            <a:srgbClr val="FFFFFF"/>
                          </a:solidFill>
                          <a:effectLst/>
                          <a:latin typeface="Meiryo UI" panose="020B0604030504040204" pitchFamily="50" charset="-128"/>
                          <a:ea typeface="Meiryo UI" panose="020B0604030504040204" pitchFamily="50" charset="-128"/>
                        </a:rPr>
                        <a:t> w1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l" fontAlgn="ctr"/>
                      <a:r>
                        <a:rPr lang="en-US" sz="1000" b="1" i="0" u="none" strike="noStrike" dirty="0">
                          <a:solidFill>
                            <a:srgbClr val="FFFFFF"/>
                          </a:solidFill>
                          <a:effectLst/>
                          <a:latin typeface="Meiryo UI" panose="020B0604030504040204" pitchFamily="50" charset="-128"/>
                          <a:ea typeface="Meiryo UI" panose="020B0604030504040204" pitchFamily="50" charset="-128"/>
                        </a:rPr>
                        <a:t> w2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B w="6350" cap="flat" cmpd="sng" algn="ctr">
                      <a:solidFill>
                        <a:srgbClr val="000000"/>
                      </a:solidFill>
                      <a:prstDash val="solid"/>
                      <a:round/>
                      <a:headEnd type="none" w="med" len="med"/>
                      <a:tailEnd type="none" w="med" len="med"/>
                    </a:lnB>
                    <a:solidFill>
                      <a:srgbClr val="4F81BD"/>
                    </a:solidFill>
                  </a:tcPr>
                </a:tc>
                <a:tc>
                  <a:txBody>
                    <a:bodyPr/>
                    <a:lstStyle/>
                    <a:p>
                      <a:pPr algn="l" fontAlgn="ctr"/>
                      <a:r>
                        <a:rPr lang="en-US" sz="1000" b="1" i="0" u="none" strike="noStrike" dirty="0">
                          <a:solidFill>
                            <a:srgbClr val="FFFFFF"/>
                          </a:solidFill>
                          <a:effectLst/>
                          <a:latin typeface="Meiryo UI" panose="020B0604030504040204" pitchFamily="50" charset="-128"/>
                          <a:ea typeface="Meiryo UI" panose="020B0604030504040204" pitchFamily="50" charset="-128"/>
                        </a:rPr>
                        <a:t> w3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B w="6350" cap="flat" cmpd="sng" algn="ctr">
                      <a:solidFill>
                        <a:srgbClr val="000000"/>
                      </a:solidFill>
                      <a:prstDash val="solid"/>
                      <a:round/>
                      <a:headEnd type="none" w="med" len="med"/>
                      <a:tailEnd type="none" w="med" len="med"/>
                    </a:lnB>
                    <a:solidFill>
                      <a:srgbClr val="4F81BD"/>
                    </a:solidFill>
                  </a:tcPr>
                </a:tc>
                <a:tc>
                  <a:txBody>
                    <a:bodyPr/>
                    <a:lstStyle/>
                    <a:p>
                      <a:pPr algn="l" fontAlgn="ctr"/>
                      <a:r>
                        <a:rPr lang="en-US" sz="1000" b="1" i="0" u="none" strike="noStrike" dirty="0">
                          <a:solidFill>
                            <a:srgbClr val="FFFFFF"/>
                          </a:solidFill>
                          <a:effectLst/>
                          <a:latin typeface="Meiryo UI" panose="020B0604030504040204" pitchFamily="50" charset="-128"/>
                          <a:ea typeface="Meiryo UI" panose="020B0604030504040204" pitchFamily="50" charset="-128"/>
                        </a:rPr>
                        <a:t> w4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B w="6350" cap="flat" cmpd="sng" algn="ctr">
                      <a:solidFill>
                        <a:srgbClr val="000000"/>
                      </a:solidFill>
                      <a:prstDash val="solid"/>
                      <a:round/>
                      <a:headEnd type="none" w="med" len="med"/>
                      <a:tailEnd type="none" w="med" len="med"/>
                    </a:lnB>
                    <a:solidFill>
                      <a:srgbClr val="4F81BD"/>
                    </a:solidFill>
                  </a:tcPr>
                </a:tc>
                <a:tc>
                  <a:txBody>
                    <a:bodyPr/>
                    <a:lstStyle/>
                    <a:p>
                      <a:pPr algn="l" fontAlgn="ctr"/>
                      <a:r>
                        <a:rPr lang="en-US" sz="1000" b="1" i="0" u="none" strike="noStrike" dirty="0">
                          <a:solidFill>
                            <a:srgbClr val="FFFFFF"/>
                          </a:solidFill>
                          <a:effectLst/>
                          <a:latin typeface="Meiryo UI" panose="020B0604030504040204" pitchFamily="50" charset="-128"/>
                          <a:ea typeface="Meiryo UI" panose="020B0604030504040204" pitchFamily="50" charset="-128"/>
                        </a:rPr>
                        <a:t> w5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B w="6350" cap="flat" cmpd="sng" algn="ctr">
                      <a:solidFill>
                        <a:srgbClr val="000000"/>
                      </a:solidFill>
                      <a:prstDash val="solid"/>
                      <a:round/>
                      <a:headEnd type="none" w="med" len="med"/>
                      <a:tailEnd type="none" w="med" len="med"/>
                    </a:lnB>
                    <a:solidFill>
                      <a:srgbClr val="4F81BD"/>
                    </a:solidFill>
                  </a:tcPr>
                </a:tc>
                <a:tc>
                  <a:txBody>
                    <a:bodyPr/>
                    <a:lstStyle/>
                    <a:p>
                      <a:pPr algn="l" fontAlgn="ctr"/>
                      <a:r>
                        <a:rPr lang="en-US" sz="1000" b="1" i="0" u="none" strike="noStrike" dirty="0">
                          <a:solidFill>
                            <a:srgbClr val="FFFFFF"/>
                          </a:solidFill>
                          <a:effectLst/>
                          <a:latin typeface="Meiryo UI" panose="020B0604030504040204" pitchFamily="50" charset="-128"/>
                          <a:ea typeface="Meiryo UI" panose="020B0604030504040204" pitchFamily="50" charset="-128"/>
                        </a:rPr>
                        <a:t> w1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l" fontAlgn="ctr"/>
                      <a:r>
                        <a:rPr lang="en-US" sz="1000" b="1" i="0" u="none" strike="noStrike" dirty="0">
                          <a:solidFill>
                            <a:srgbClr val="FFFFFF"/>
                          </a:solidFill>
                          <a:effectLst/>
                          <a:latin typeface="Meiryo UI" panose="020B0604030504040204" pitchFamily="50" charset="-128"/>
                          <a:ea typeface="Meiryo UI" panose="020B0604030504040204" pitchFamily="50" charset="-128"/>
                        </a:rPr>
                        <a:t> w2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l" fontAlgn="ctr"/>
                      <a:r>
                        <a:rPr lang="en-US" sz="1000" b="1" i="0" u="none" strike="noStrike" dirty="0">
                          <a:solidFill>
                            <a:srgbClr val="FFFFFF"/>
                          </a:solidFill>
                          <a:effectLst/>
                          <a:latin typeface="Meiryo UI" panose="020B0604030504040204" pitchFamily="50" charset="-128"/>
                          <a:ea typeface="Meiryo UI" panose="020B0604030504040204" pitchFamily="50" charset="-128"/>
                        </a:rPr>
                        <a:t> w3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l" fontAlgn="ctr"/>
                      <a:r>
                        <a:rPr lang="en-US" sz="1000" b="1" i="0" u="none" strike="noStrike" dirty="0">
                          <a:solidFill>
                            <a:srgbClr val="FFFFFF"/>
                          </a:solidFill>
                          <a:effectLst/>
                          <a:latin typeface="Meiryo UI" panose="020B0604030504040204" pitchFamily="50" charset="-128"/>
                          <a:ea typeface="Meiryo UI" panose="020B0604030504040204" pitchFamily="50" charset="-128"/>
                        </a:rPr>
                        <a:t> w4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l" fontAlgn="ctr"/>
                      <a:r>
                        <a:rPr lang="en-US" sz="1000" b="1" i="0" u="none" strike="noStrike" dirty="0">
                          <a:solidFill>
                            <a:srgbClr val="FFFFFF"/>
                          </a:solidFill>
                          <a:effectLst/>
                          <a:latin typeface="Meiryo UI" panose="020B0604030504040204" pitchFamily="50" charset="-128"/>
                          <a:ea typeface="Meiryo UI" panose="020B0604030504040204" pitchFamily="50" charset="-128"/>
                        </a:rPr>
                        <a:t> w1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l" fontAlgn="ctr"/>
                      <a:r>
                        <a:rPr lang="en-US" sz="1000" b="1" i="0" u="none" strike="noStrike" dirty="0">
                          <a:solidFill>
                            <a:srgbClr val="FFFFFF"/>
                          </a:solidFill>
                          <a:effectLst/>
                          <a:latin typeface="Meiryo UI" panose="020B0604030504040204" pitchFamily="50" charset="-128"/>
                          <a:ea typeface="Meiryo UI" panose="020B0604030504040204" pitchFamily="50" charset="-128"/>
                        </a:rPr>
                        <a:t> w2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l" fontAlgn="ctr"/>
                      <a:r>
                        <a:rPr lang="en-US" sz="1000" b="1" i="0" u="none" strike="noStrike" dirty="0">
                          <a:solidFill>
                            <a:srgbClr val="FFFFFF"/>
                          </a:solidFill>
                          <a:effectLst/>
                          <a:latin typeface="Meiryo UI" panose="020B0604030504040204" pitchFamily="50" charset="-128"/>
                          <a:ea typeface="Meiryo UI" panose="020B0604030504040204" pitchFamily="50" charset="-128"/>
                        </a:rPr>
                        <a:t> w3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l" fontAlgn="ctr"/>
                      <a:r>
                        <a:rPr lang="en-US" sz="1000" b="1" i="0" u="none" strike="noStrike" dirty="0">
                          <a:solidFill>
                            <a:srgbClr val="FFFFFF"/>
                          </a:solidFill>
                          <a:effectLst/>
                          <a:latin typeface="Meiryo UI" panose="020B0604030504040204" pitchFamily="50" charset="-128"/>
                          <a:ea typeface="Meiryo UI" panose="020B0604030504040204" pitchFamily="50" charset="-128"/>
                        </a:rPr>
                        <a:t> w4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extLst>
                  <a:ext uri="{0D108BD9-81ED-4DB2-BD59-A6C34878D82A}">
                    <a16:rowId xmlns:a16="http://schemas.microsoft.com/office/drawing/2014/main" val="2621164944"/>
                  </a:ext>
                </a:extLst>
              </a:tr>
              <a:tr h="1756354">
                <a:tc>
                  <a:txBody>
                    <a:bodyPr/>
                    <a:lstStyle/>
                    <a:p>
                      <a:pPr algn="l" fontAlgn="ctr"/>
                      <a:r>
                        <a:rPr lang="ja-JP" altLang="en-US" sz="1000" b="1" i="0" u="none" strike="noStrike" dirty="0">
                          <a:solidFill>
                            <a:srgbClr val="FFFFFF"/>
                          </a:solidFill>
                          <a:effectLst/>
                          <a:latin typeface="Meiryo UI" panose="020B0604030504040204" pitchFamily="50" charset="-128"/>
                          <a:ea typeface="Meiryo UI" panose="020B0604030504040204" pitchFamily="50" charset="-128"/>
                        </a:rPr>
                        <a:t>”探せる・知れる“のステップを踏みしめ、効果を実感</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l" fontAlgn="ctr"/>
                      <a:r>
                        <a:rPr lang="ja-JP" altLang="en-US" sz="10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8080"/>
                    </a:solidFill>
                  </a:tcPr>
                </a:tc>
                <a:tc>
                  <a:txBody>
                    <a:bodyPr/>
                    <a:lstStyle/>
                    <a:p>
                      <a:pPr algn="l" fontAlgn="b"/>
                      <a:r>
                        <a:rPr lang="ja-JP" altLang="en-US" sz="10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EEECE1"/>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ja-JP" altLang="en-US" sz="10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EEECE1"/>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EEECE1"/>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EEECE1"/>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EEECE1"/>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EEECE1"/>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EEECE1"/>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0" marR="0" marT="0" marB="0" anchor="ctr">
                    <a:lnL w="6350" cap="flat" cmpd="sng" algn="ctr">
                      <a:solidFill>
                        <a:srgbClr val="EEECE1"/>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EEECE1"/>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EEECE1"/>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EEECE1"/>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ja-JP" altLang="en-US" sz="10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EEECE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8080"/>
                    </a:solidFill>
                  </a:tcPr>
                </a:tc>
                <a:extLst>
                  <a:ext uri="{0D108BD9-81ED-4DB2-BD59-A6C34878D82A}">
                    <a16:rowId xmlns:a16="http://schemas.microsoft.com/office/drawing/2014/main" val="1699366582"/>
                  </a:ext>
                </a:extLst>
              </a:tr>
              <a:tr h="2094718">
                <a:tc>
                  <a:txBody>
                    <a:bodyPr/>
                    <a:lstStyle/>
                    <a:p>
                      <a:pPr algn="l" fontAlgn="ctr"/>
                      <a:r>
                        <a:rPr lang="ja-JP" altLang="en-US" sz="1000" b="1" i="0" u="none" strike="noStrike" dirty="0">
                          <a:solidFill>
                            <a:srgbClr val="FFFFFF"/>
                          </a:solidFill>
                          <a:effectLst/>
                          <a:latin typeface="Meiryo UI" panose="020B0604030504040204" pitchFamily="50" charset="-128"/>
                          <a:ea typeface="Meiryo UI" panose="020B0604030504040204" pitchFamily="50" charset="-128"/>
                        </a:rPr>
                        <a:t>さらに先のステップで得られる価値を認識</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l" fontAlgn="ct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8080"/>
                    </a:solidFill>
                  </a:tcPr>
                </a:tc>
                <a:tc>
                  <a:txBody>
                    <a:bodyPr/>
                    <a:lstStyle/>
                    <a:p>
                      <a:pPr algn="l" fontAlgn="ct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EEECE1"/>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ja-JP" altLang="en-US" sz="10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EEECE1"/>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ja-JP" altLang="en-US" sz="10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EEECE1"/>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ja-JP" altLang="en-US" sz="10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EEECE1"/>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EEECE1"/>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EEECE1"/>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EEECE1"/>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EEECE1"/>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ja-JP" altLang="en-US" sz="10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EEECE1"/>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EEECE1"/>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EEECE1"/>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EEECE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8080"/>
                    </a:solidFill>
                  </a:tcPr>
                </a:tc>
                <a:extLst>
                  <a:ext uri="{0D108BD9-81ED-4DB2-BD59-A6C34878D82A}">
                    <a16:rowId xmlns:a16="http://schemas.microsoft.com/office/drawing/2014/main" val="262868215"/>
                  </a:ext>
                </a:extLst>
              </a:tr>
            </a:tbl>
          </a:graphicData>
        </a:graphic>
      </p:graphicFrame>
      <p:sp>
        <p:nvSpPr>
          <p:cNvPr id="64" name="矢印: 山形 63">
            <a:extLst>
              <a:ext uri="{FF2B5EF4-FFF2-40B4-BE49-F238E27FC236}">
                <a16:creationId xmlns:a16="http://schemas.microsoft.com/office/drawing/2014/main" id="{45BBE9F8-2D77-42FC-924B-01818CB60E6E}"/>
              </a:ext>
            </a:extLst>
          </p:cNvPr>
          <p:cNvSpPr/>
          <p:nvPr/>
        </p:nvSpPr>
        <p:spPr>
          <a:xfrm>
            <a:off x="9702057" y="3310779"/>
            <a:ext cx="1652922" cy="261937"/>
          </a:xfrm>
          <a:prstGeom prst="chevron">
            <a:avLst>
              <a:gd name="adj" fmla="val 32517"/>
            </a:avLst>
          </a:prstGeom>
          <a:solidFill>
            <a:schemeClr val="bg1">
              <a:lumMod val="85000"/>
            </a:schemeClr>
          </a:solidFill>
          <a:ln>
            <a:solidFill>
              <a:schemeClr val="bg1">
                <a:lumMod val="50000"/>
              </a:schemeClr>
            </a:solidFill>
          </a:ln>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800" dirty="0">
                <a:solidFill>
                  <a:schemeClr val="tx2"/>
                </a:solidFill>
                <a:latin typeface="Meiryo UI" panose="020B0604030504040204" pitchFamily="50" charset="-128"/>
                <a:ea typeface="Meiryo UI" panose="020B0604030504040204" pitchFamily="50" charset="-128"/>
              </a:rPr>
              <a:t>構造化情報の昇華企画</a:t>
            </a:r>
            <a:r>
              <a:rPr lang="en-US" altLang="ja-JP" sz="800" dirty="0">
                <a:solidFill>
                  <a:schemeClr val="tx2"/>
                </a:solidFill>
                <a:latin typeface="Meiryo UI" panose="020B0604030504040204" pitchFamily="50" charset="-128"/>
                <a:ea typeface="Meiryo UI" panose="020B0604030504040204" pitchFamily="50" charset="-128"/>
              </a:rPr>
              <a:t>(AI</a:t>
            </a:r>
            <a:r>
              <a:rPr lang="ja-JP" altLang="en-US" sz="800" dirty="0">
                <a:solidFill>
                  <a:schemeClr val="tx2"/>
                </a:solidFill>
                <a:latin typeface="Meiryo UI" panose="020B0604030504040204" pitchFamily="50" charset="-128"/>
                <a:ea typeface="Meiryo UI" panose="020B0604030504040204" pitchFamily="50" charset="-128"/>
              </a:rPr>
              <a:t>など</a:t>
            </a:r>
            <a:r>
              <a:rPr lang="en-US" altLang="ja-JP" sz="800" dirty="0">
                <a:solidFill>
                  <a:schemeClr val="tx2"/>
                </a:solidFill>
                <a:latin typeface="Meiryo UI" panose="020B0604030504040204" pitchFamily="50" charset="-128"/>
                <a:ea typeface="Meiryo UI" panose="020B0604030504040204" pitchFamily="50" charset="-128"/>
              </a:rPr>
              <a:t>)</a:t>
            </a:r>
            <a:endParaRPr lang="ja-JP" altLang="en-US" sz="800" dirty="0">
              <a:solidFill>
                <a:schemeClr val="tx2"/>
              </a:solidFill>
              <a:latin typeface="Meiryo UI" panose="020B0604030504040204" pitchFamily="50" charset="-128"/>
              <a:ea typeface="Meiryo UI" panose="020B0604030504040204" pitchFamily="50" charset="-128"/>
            </a:endParaRPr>
          </a:p>
        </p:txBody>
      </p:sp>
      <p:sp>
        <p:nvSpPr>
          <p:cNvPr id="65" name="矢印: 山形 64">
            <a:extLst>
              <a:ext uri="{FF2B5EF4-FFF2-40B4-BE49-F238E27FC236}">
                <a16:creationId xmlns:a16="http://schemas.microsoft.com/office/drawing/2014/main" id="{7B9AB9CA-833A-4F37-9F92-4235FD3E2447}"/>
              </a:ext>
            </a:extLst>
          </p:cNvPr>
          <p:cNvSpPr/>
          <p:nvPr/>
        </p:nvSpPr>
        <p:spPr>
          <a:xfrm>
            <a:off x="2967172" y="1880102"/>
            <a:ext cx="1346200" cy="250825"/>
          </a:xfrm>
          <a:prstGeom prst="chevron">
            <a:avLst>
              <a:gd name="adj" fmla="val 27987"/>
            </a:avLst>
          </a:prstGeom>
          <a:solidFill>
            <a:schemeClr val="accent1">
              <a:lumMod val="20000"/>
              <a:lumOff val="80000"/>
            </a:schemeClr>
          </a:solidFill>
          <a:ln>
            <a:solidFill>
              <a:schemeClr val="accent5"/>
            </a:solidFill>
          </a:ln>
        </p:spPr>
        <p:style>
          <a:lnRef idx="2">
            <a:schemeClr val="accent2">
              <a:shade val="15000"/>
            </a:schemeClr>
          </a:lnRef>
          <a:fillRef idx="1">
            <a:schemeClr val="accent2"/>
          </a:fillRef>
          <a:effectRef idx="0">
            <a:schemeClr val="accent2"/>
          </a:effectRef>
          <a:fontRef idx="minor">
            <a:schemeClr val="lt1"/>
          </a:fontRef>
        </p:style>
        <p:txBody>
          <a:bodyPr lIns="36000" rIns="3600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dirty="0">
                <a:solidFill>
                  <a:schemeClr val="tx2"/>
                </a:solidFill>
                <a:latin typeface="Meiryo UI" panose="020B0604030504040204" pitchFamily="50" charset="-128"/>
                <a:ea typeface="Meiryo UI" panose="020B0604030504040204" pitchFamily="50" charset="-128"/>
              </a:rPr>
              <a:t>情報共有の仕組み整備</a:t>
            </a:r>
          </a:p>
        </p:txBody>
      </p:sp>
      <p:sp>
        <p:nvSpPr>
          <p:cNvPr id="66" name="矢印: 山形 65">
            <a:extLst>
              <a:ext uri="{FF2B5EF4-FFF2-40B4-BE49-F238E27FC236}">
                <a16:creationId xmlns:a16="http://schemas.microsoft.com/office/drawing/2014/main" id="{70359F88-F8E8-4B60-9C5B-84DBDB3A4745}"/>
              </a:ext>
            </a:extLst>
          </p:cNvPr>
          <p:cNvSpPr/>
          <p:nvPr/>
        </p:nvSpPr>
        <p:spPr>
          <a:xfrm>
            <a:off x="2981474" y="1466394"/>
            <a:ext cx="1155162" cy="227012"/>
          </a:xfrm>
          <a:prstGeom prst="chevron">
            <a:avLst>
              <a:gd name="adj" fmla="val 28571"/>
            </a:avLst>
          </a:prstGeom>
          <a:solidFill>
            <a:schemeClr val="accent6">
              <a:lumMod val="40000"/>
              <a:lumOff val="60000"/>
            </a:schemeClr>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0" tIns="45720" rIns="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indent="0" algn="ctr"/>
            <a:r>
              <a:rPr kumimoji="1" lang="en-US" altLang="ja-JP" sz="900" dirty="0">
                <a:solidFill>
                  <a:schemeClr val="tx2"/>
                </a:solidFill>
                <a:latin typeface="Meiryo UI" panose="020B0604030504040204" pitchFamily="50" charset="-128"/>
                <a:ea typeface="Meiryo UI" panose="020B0604030504040204" pitchFamily="50" charset="-128"/>
                <a:cs typeface="+mn-cs"/>
              </a:rPr>
              <a:t>GitHub</a:t>
            </a:r>
            <a:r>
              <a:rPr kumimoji="1" lang="ja-JP" altLang="en-US" sz="900" dirty="0">
                <a:solidFill>
                  <a:schemeClr val="tx2"/>
                </a:solidFill>
                <a:latin typeface="Meiryo UI" panose="020B0604030504040204" pitchFamily="50" charset="-128"/>
                <a:ea typeface="Meiryo UI" panose="020B0604030504040204" pitchFamily="50" charset="-128"/>
                <a:cs typeface="+mn-cs"/>
              </a:rPr>
              <a:t>環境準備</a:t>
            </a:r>
            <a:endParaRPr kumimoji="1" lang="en-US" altLang="ja-JP" sz="900" dirty="0">
              <a:solidFill>
                <a:schemeClr val="tx2"/>
              </a:solidFill>
              <a:latin typeface="Meiryo UI" panose="020B0604030504040204" pitchFamily="50" charset="-128"/>
              <a:ea typeface="Meiryo UI" panose="020B0604030504040204" pitchFamily="50" charset="-128"/>
              <a:cs typeface="+mn-cs"/>
            </a:endParaRPr>
          </a:p>
        </p:txBody>
      </p:sp>
      <p:sp>
        <p:nvSpPr>
          <p:cNvPr id="71" name="テキスト ボックス 11">
            <a:extLst>
              <a:ext uri="{FF2B5EF4-FFF2-40B4-BE49-F238E27FC236}">
                <a16:creationId xmlns:a16="http://schemas.microsoft.com/office/drawing/2014/main" id="{58657351-7044-4E0E-89E6-931FDD1C30AA}"/>
              </a:ext>
            </a:extLst>
          </p:cNvPr>
          <p:cNvSpPr txBox="1"/>
          <p:nvPr/>
        </p:nvSpPr>
        <p:spPr>
          <a:xfrm>
            <a:off x="2322109" y="1441451"/>
            <a:ext cx="612758" cy="266700"/>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vert="horz"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kumimoji="1" lang="en-US" altLang="ja-JP" sz="1100" b="1" dirty="0">
                <a:solidFill>
                  <a:schemeClr val="accent6"/>
                </a:solidFill>
                <a:latin typeface="Meiryo UI" panose="020B0604030504040204" pitchFamily="50" charset="-128"/>
                <a:ea typeface="Meiryo UI" panose="020B0604030504040204" pitchFamily="50" charset="-128"/>
              </a:rPr>
              <a:t>HGRX</a:t>
            </a:r>
            <a:endParaRPr kumimoji="1" lang="ja-JP" altLang="en-US" sz="1100" b="1" dirty="0">
              <a:solidFill>
                <a:schemeClr val="accent6"/>
              </a:solidFill>
              <a:latin typeface="Meiryo UI" panose="020B0604030504040204" pitchFamily="50" charset="-128"/>
              <a:ea typeface="Meiryo UI" panose="020B0604030504040204" pitchFamily="50" charset="-128"/>
            </a:endParaRPr>
          </a:p>
        </p:txBody>
      </p:sp>
      <p:sp>
        <p:nvSpPr>
          <p:cNvPr id="72" name="テキスト ボックス 12">
            <a:extLst>
              <a:ext uri="{FF2B5EF4-FFF2-40B4-BE49-F238E27FC236}">
                <a16:creationId xmlns:a16="http://schemas.microsoft.com/office/drawing/2014/main" id="{C2360F89-FAF0-4D7D-9357-EAA0AC4695F6}"/>
              </a:ext>
            </a:extLst>
          </p:cNvPr>
          <p:cNvSpPr txBox="1"/>
          <p:nvPr/>
        </p:nvSpPr>
        <p:spPr>
          <a:xfrm>
            <a:off x="2505869" y="1859420"/>
            <a:ext cx="398462" cy="266700"/>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vert="horz"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kumimoji="1" lang="en-US" altLang="ja-JP" sz="1100" b="1" dirty="0">
                <a:solidFill>
                  <a:schemeClr val="accent1"/>
                </a:solidFill>
                <a:latin typeface="Meiryo UI" panose="020B0604030504040204" pitchFamily="50" charset="-128"/>
                <a:ea typeface="Meiryo UI" panose="020B0604030504040204" pitchFamily="50" charset="-128"/>
              </a:rPr>
              <a:t>DC</a:t>
            </a:r>
            <a:endParaRPr kumimoji="1" lang="ja-JP" altLang="en-US" sz="1100" b="1" dirty="0">
              <a:solidFill>
                <a:schemeClr val="accent1"/>
              </a:solidFill>
              <a:latin typeface="Meiryo UI" panose="020B0604030504040204" pitchFamily="50" charset="-128"/>
              <a:ea typeface="Meiryo UI" panose="020B0604030504040204" pitchFamily="50" charset="-128"/>
            </a:endParaRPr>
          </a:p>
        </p:txBody>
      </p:sp>
      <p:sp>
        <p:nvSpPr>
          <p:cNvPr id="78" name="矢印: 山形 77">
            <a:extLst>
              <a:ext uri="{FF2B5EF4-FFF2-40B4-BE49-F238E27FC236}">
                <a16:creationId xmlns:a16="http://schemas.microsoft.com/office/drawing/2014/main" id="{268800FE-5981-4381-915E-BC2393811A10}"/>
              </a:ext>
            </a:extLst>
          </p:cNvPr>
          <p:cNvSpPr/>
          <p:nvPr/>
        </p:nvSpPr>
        <p:spPr>
          <a:xfrm>
            <a:off x="9173818" y="4672084"/>
            <a:ext cx="2469874" cy="295858"/>
          </a:xfrm>
          <a:prstGeom prst="chevron">
            <a:avLst>
              <a:gd name="adj" fmla="val 32517"/>
            </a:avLst>
          </a:prstGeom>
          <a:solidFill>
            <a:schemeClr val="accent1">
              <a:lumMod val="20000"/>
              <a:lumOff val="80000"/>
            </a:schemeClr>
          </a:solidFill>
          <a:ln w="28575">
            <a:solidFill>
              <a:schemeClr val="accent5"/>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050" b="1" dirty="0">
                <a:solidFill>
                  <a:schemeClr val="tx2"/>
                </a:solidFill>
                <a:latin typeface="Meiryo UI" panose="020B0604030504040204" pitchFamily="50" charset="-128"/>
                <a:ea typeface="Meiryo UI" panose="020B0604030504040204" pitchFamily="50" charset="-128"/>
              </a:rPr>
              <a:t>組織的な体質強化活動：検討</a:t>
            </a:r>
          </a:p>
        </p:txBody>
      </p:sp>
      <p:sp>
        <p:nvSpPr>
          <p:cNvPr id="82" name="矢印: 山形 81">
            <a:extLst>
              <a:ext uri="{FF2B5EF4-FFF2-40B4-BE49-F238E27FC236}">
                <a16:creationId xmlns:a16="http://schemas.microsoft.com/office/drawing/2014/main" id="{A2BC53E8-5F33-461E-846B-29AF4FAC2471}"/>
              </a:ext>
            </a:extLst>
          </p:cNvPr>
          <p:cNvSpPr/>
          <p:nvPr/>
        </p:nvSpPr>
        <p:spPr>
          <a:xfrm>
            <a:off x="4168522" y="1471757"/>
            <a:ext cx="4635847" cy="219194"/>
          </a:xfrm>
          <a:prstGeom prst="chevron">
            <a:avLst>
              <a:gd name="adj" fmla="val 26744"/>
            </a:avLst>
          </a:prstGeom>
          <a:solidFill>
            <a:schemeClr val="accent6">
              <a:lumMod val="40000"/>
              <a:lumOff val="60000"/>
            </a:schemeClr>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0" tIns="45720" rIns="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900" dirty="0">
                <a:solidFill>
                  <a:schemeClr val="tx2"/>
                </a:solidFill>
                <a:latin typeface="Meiryo UI" panose="020B0604030504040204" pitchFamily="50" charset="-128"/>
                <a:ea typeface="Meiryo UI" panose="020B0604030504040204" pitchFamily="50" charset="-128"/>
              </a:rPr>
              <a:t>開発成果を登録</a:t>
            </a:r>
            <a:r>
              <a:rPr lang="en-US" altLang="ja-JP" sz="900" dirty="0">
                <a:solidFill>
                  <a:schemeClr val="tx2"/>
                </a:solidFill>
                <a:latin typeface="Meiryo UI" panose="020B0604030504040204" pitchFamily="50" charset="-128"/>
                <a:ea typeface="Meiryo UI" panose="020B0604030504040204" pitchFamily="50" charset="-128"/>
              </a:rPr>
              <a:t>(</a:t>
            </a:r>
            <a:r>
              <a:rPr lang="ja-JP" altLang="en-US" sz="900" dirty="0">
                <a:solidFill>
                  <a:schemeClr val="tx2"/>
                </a:solidFill>
                <a:latin typeface="Meiryo UI" panose="020B0604030504040204" pitchFamily="50" charset="-128"/>
                <a:ea typeface="Meiryo UI" panose="020B0604030504040204" pitchFamily="50" charset="-128"/>
              </a:rPr>
              <a:t>随時</a:t>
            </a:r>
            <a:r>
              <a:rPr lang="en-US" altLang="ja-JP" sz="900" dirty="0">
                <a:solidFill>
                  <a:schemeClr val="tx2"/>
                </a:solidFill>
                <a:latin typeface="Meiryo UI" panose="020B0604030504040204" pitchFamily="50" charset="-128"/>
                <a:ea typeface="Meiryo UI" panose="020B0604030504040204" pitchFamily="50" charset="-128"/>
              </a:rPr>
              <a:t>)</a:t>
            </a:r>
          </a:p>
        </p:txBody>
      </p:sp>
      <p:sp>
        <p:nvSpPr>
          <p:cNvPr id="83" name="矢印: 山形 82">
            <a:extLst>
              <a:ext uri="{FF2B5EF4-FFF2-40B4-BE49-F238E27FC236}">
                <a16:creationId xmlns:a16="http://schemas.microsoft.com/office/drawing/2014/main" id="{8FEF44AE-F879-4952-85C0-AE022986CCEF}"/>
              </a:ext>
            </a:extLst>
          </p:cNvPr>
          <p:cNvSpPr/>
          <p:nvPr/>
        </p:nvSpPr>
        <p:spPr>
          <a:xfrm>
            <a:off x="3851681" y="2279964"/>
            <a:ext cx="2069694" cy="520888"/>
          </a:xfrm>
          <a:prstGeom prst="chevron">
            <a:avLst>
              <a:gd name="adj" fmla="val 23077"/>
            </a:avLst>
          </a:prstGeom>
          <a:solidFill>
            <a:schemeClr val="accent1">
              <a:lumMod val="20000"/>
              <a:lumOff val="80000"/>
            </a:schemeClr>
          </a:solidFill>
          <a:ln w="28575">
            <a:solidFill>
              <a:schemeClr val="accent5"/>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050" b="1" dirty="0">
                <a:solidFill>
                  <a:schemeClr val="tx2"/>
                </a:solidFill>
                <a:latin typeface="Meiryo UI" panose="020B0604030504040204" pitchFamily="50" charset="-128"/>
                <a:ea typeface="Meiryo UI" panose="020B0604030504040204" pitchFamily="50" charset="-128"/>
              </a:rPr>
              <a:t>現場成果分析</a:t>
            </a:r>
            <a:endParaRPr lang="en-US" altLang="ja-JP" sz="1050" b="1" dirty="0">
              <a:solidFill>
                <a:schemeClr val="tx2"/>
              </a:solidFill>
              <a:latin typeface="Meiryo UI" panose="020B0604030504040204" pitchFamily="50" charset="-128"/>
              <a:ea typeface="Meiryo UI" panose="020B0604030504040204" pitchFamily="50" charset="-128"/>
            </a:endParaRPr>
          </a:p>
          <a:p>
            <a:pPr algn="ctr"/>
            <a:r>
              <a:rPr lang="en-US" altLang="ja-JP" sz="1050" b="1" dirty="0">
                <a:solidFill>
                  <a:schemeClr val="tx2"/>
                </a:solidFill>
                <a:latin typeface="Meiryo UI" panose="020B0604030504040204" pitchFamily="50" charset="-128"/>
                <a:ea typeface="Meiryo UI" panose="020B0604030504040204" pitchFamily="50" charset="-128"/>
              </a:rPr>
              <a:t>&amp; </a:t>
            </a:r>
            <a:r>
              <a:rPr lang="ja-JP" altLang="en-US" sz="1050" b="1" dirty="0">
                <a:solidFill>
                  <a:schemeClr val="tx2"/>
                </a:solidFill>
                <a:latin typeface="Meiryo UI" panose="020B0604030504040204" pitchFamily="50" charset="-128"/>
                <a:ea typeface="Meiryo UI" panose="020B0604030504040204" pitchFamily="50" charset="-128"/>
              </a:rPr>
              <a:t>フォーカスポイントの見極め</a:t>
            </a:r>
            <a:endParaRPr kumimoji="1" lang="en-US" altLang="ja-JP" sz="1050" b="1" dirty="0">
              <a:solidFill>
                <a:schemeClr val="tx2"/>
              </a:solidFill>
              <a:latin typeface="Meiryo UI" panose="020B0604030504040204" pitchFamily="50" charset="-128"/>
              <a:ea typeface="Meiryo UI" panose="020B0604030504040204" pitchFamily="50" charset="-128"/>
            </a:endParaRPr>
          </a:p>
        </p:txBody>
      </p:sp>
      <p:sp>
        <p:nvSpPr>
          <p:cNvPr id="91" name="矢印: 山形 90">
            <a:extLst>
              <a:ext uri="{FF2B5EF4-FFF2-40B4-BE49-F238E27FC236}">
                <a16:creationId xmlns:a16="http://schemas.microsoft.com/office/drawing/2014/main" id="{DD728716-2E36-552D-EF18-E4CD6313AAEB}"/>
              </a:ext>
            </a:extLst>
          </p:cNvPr>
          <p:cNvSpPr/>
          <p:nvPr/>
        </p:nvSpPr>
        <p:spPr>
          <a:xfrm>
            <a:off x="4324350" y="1894106"/>
            <a:ext cx="1384171" cy="250825"/>
          </a:xfrm>
          <a:prstGeom prst="chevron">
            <a:avLst>
              <a:gd name="adj" fmla="val 27987"/>
            </a:avLst>
          </a:prstGeom>
          <a:solidFill>
            <a:schemeClr val="accent1">
              <a:lumMod val="20000"/>
              <a:lumOff val="80000"/>
            </a:schemeClr>
          </a:solidFill>
          <a:ln>
            <a:solidFill>
              <a:schemeClr val="accent5"/>
            </a:solidFill>
          </a:ln>
        </p:spPr>
        <p:style>
          <a:lnRef idx="2">
            <a:schemeClr val="accent2">
              <a:shade val="15000"/>
            </a:schemeClr>
          </a:lnRef>
          <a:fillRef idx="1">
            <a:schemeClr val="accent2"/>
          </a:fillRef>
          <a:effectRef idx="0">
            <a:schemeClr val="accent2"/>
          </a:effectRef>
          <a:fontRef idx="minor">
            <a:schemeClr val="lt1"/>
          </a:fontRef>
        </p:style>
        <p:txBody>
          <a:bodyPr lIns="36000" rIns="3600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dirty="0">
                <a:solidFill>
                  <a:schemeClr val="tx2"/>
                </a:solidFill>
                <a:latin typeface="Meiryo UI" panose="020B0604030504040204" pitchFamily="50" charset="-128"/>
                <a:ea typeface="Meiryo UI" panose="020B0604030504040204" pitchFamily="50" charset="-128"/>
              </a:rPr>
              <a:t>システムレベルアップ</a:t>
            </a:r>
          </a:p>
        </p:txBody>
      </p:sp>
      <p:sp>
        <p:nvSpPr>
          <p:cNvPr id="92" name="矢印: 山形 91">
            <a:extLst>
              <a:ext uri="{FF2B5EF4-FFF2-40B4-BE49-F238E27FC236}">
                <a16:creationId xmlns:a16="http://schemas.microsoft.com/office/drawing/2014/main" id="{2E4EF4E1-7E65-8D58-3CA3-CFED8AB20AFF}"/>
              </a:ext>
            </a:extLst>
          </p:cNvPr>
          <p:cNvSpPr/>
          <p:nvPr/>
        </p:nvSpPr>
        <p:spPr>
          <a:xfrm>
            <a:off x="5943534" y="2416672"/>
            <a:ext cx="2860836" cy="250825"/>
          </a:xfrm>
          <a:prstGeom prst="chevron">
            <a:avLst>
              <a:gd name="adj" fmla="val 27987"/>
            </a:avLst>
          </a:prstGeom>
          <a:solidFill>
            <a:schemeClr val="accent1">
              <a:lumMod val="20000"/>
              <a:lumOff val="80000"/>
            </a:schemeClr>
          </a:solidFill>
          <a:ln>
            <a:solidFill>
              <a:schemeClr val="accent5"/>
            </a:solidFill>
          </a:ln>
        </p:spPr>
        <p:style>
          <a:lnRef idx="2">
            <a:schemeClr val="accent2">
              <a:shade val="15000"/>
            </a:schemeClr>
          </a:lnRef>
          <a:fillRef idx="1">
            <a:schemeClr val="accent2"/>
          </a:fillRef>
          <a:effectRef idx="0">
            <a:schemeClr val="accent2"/>
          </a:effectRef>
          <a:fontRef idx="minor">
            <a:schemeClr val="lt1"/>
          </a:fontRef>
        </p:style>
        <p:txBody>
          <a:bodyPr lIns="36000" rIns="3600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900" dirty="0">
                <a:solidFill>
                  <a:schemeClr val="tx2"/>
                </a:solidFill>
                <a:latin typeface="Meiryo UI" panose="020B0604030504040204" pitchFamily="50" charset="-128"/>
                <a:ea typeface="Meiryo UI" panose="020B0604030504040204" pitchFamily="50" charset="-128"/>
              </a:rPr>
              <a:t>現場成果整理・分析</a:t>
            </a:r>
            <a:endParaRPr lang="en-US" altLang="ja-JP" sz="900" dirty="0">
              <a:solidFill>
                <a:schemeClr val="tx2"/>
              </a:solidFill>
              <a:latin typeface="Meiryo UI" panose="020B0604030504040204" pitchFamily="50" charset="-128"/>
              <a:ea typeface="Meiryo UI" panose="020B0604030504040204" pitchFamily="50" charset="-128"/>
            </a:endParaRPr>
          </a:p>
        </p:txBody>
      </p:sp>
      <p:sp>
        <p:nvSpPr>
          <p:cNvPr id="93" name="矢印: 山形 92">
            <a:extLst>
              <a:ext uri="{FF2B5EF4-FFF2-40B4-BE49-F238E27FC236}">
                <a16:creationId xmlns:a16="http://schemas.microsoft.com/office/drawing/2014/main" id="{29BE1FAB-9B0B-75EA-F981-16084A058DC7}"/>
              </a:ext>
            </a:extLst>
          </p:cNvPr>
          <p:cNvSpPr/>
          <p:nvPr/>
        </p:nvSpPr>
        <p:spPr>
          <a:xfrm>
            <a:off x="5683802" y="3001963"/>
            <a:ext cx="3303182" cy="533400"/>
          </a:xfrm>
          <a:prstGeom prst="chevron">
            <a:avLst>
              <a:gd name="adj" fmla="val 22119"/>
            </a:avLst>
          </a:prstGeom>
          <a:solidFill>
            <a:schemeClr val="accent1">
              <a:lumMod val="20000"/>
              <a:lumOff val="80000"/>
            </a:schemeClr>
          </a:solidFill>
          <a:ln w="28575">
            <a:solidFill>
              <a:schemeClr val="accent5"/>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indent="0" algn="ctr"/>
            <a:r>
              <a:rPr kumimoji="1" lang="ja-JP" altLang="en-US" sz="1050" b="1" dirty="0">
                <a:solidFill>
                  <a:schemeClr val="tx2"/>
                </a:solidFill>
                <a:latin typeface="Meiryo UI" panose="020B0604030504040204" pitchFamily="50" charset="-128"/>
                <a:ea typeface="Meiryo UI" panose="020B0604030504040204" pitchFamily="50" charset="-128"/>
                <a:cs typeface="+mn-cs"/>
              </a:rPr>
              <a:t>フォーカスポイントに対する設計支援環境</a:t>
            </a:r>
            <a:r>
              <a:rPr lang="ja-JP" altLang="en-US" sz="1050" b="1" dirty="0">
                <a:solidFill>
                  <a:schemeClr val="tx2"/>
                </a:solidFill>
                <a:latin typeface="Meiryo UI" panose="020B0604030504040204" pitchFamily="50" charset="-128"/>
                <a:ea typeface="Meiryo UI" panose="020B0604030504040204" pitchFamily="50" charset="-128"/>
              </a:rPr>
              <a:t>構築</a:t>
            </a:r>
            <a:r>
              <a:rPr lang="en-US" altLang="ja-JP" sz="1050" b="1" dirty="0">
                <a:solidFill>
                  <a:schemeClr val="tx2"/>
                </a:solidFill>
                <a:latin typeface="Meiryo UI" panose="020B0604030504040204" pitchFamily="50" charset="-128"/>
                <a:ea typeface="Meiryo UI" panose="020B0604030504040204" pitchFamily="50" charset="-128"/>
              </a:rPr>
              <a:t>(ND)</a:t>
            </a:r>
            <a:endParaRPr kumimoji="1" lang="en-US" altLang="ja-JP" sz="1050" b="1" dirty="0">
              <a:solidFill>
                <a:schemeClr val="tx2"/>
              </a:solidFill>
              <a:latin typeface="Meiryo UI" panose="020B0604030504040204" pitchFamily="50" charset="-128"/>
              <a:ea typeface="Meiryo UI" panose="020B0604030504040204" pitchFamily="50" charset="-128"/>
              <a:cs typeface="+mn-cs"/>
            </a:endParaRPr>
          </a:p>
        </p:txBody>
      </p:sp>
      <p:sp>
        <p:nvSpPr>
          <p:cNvPr id="97" name="矢印: 山形 96">
            <a:extLst>
              <a:ext uri="{FF2B5EF4-FFF2-40B4-BE49-F238E27FC236}">
                <a16:creationId xmlns:a16="http://schemas.microsoft.com/office/drawing/2014/main" id="{347045BA-566F-6FFE-D17C-E067F73AE26C}"/>
              </a:ext>
            </a:extLst>
          </p:cNvPr>
          <p:cNvSpPr/>
          <p:nvPr/>
        </p:nvSpPr>
        <p:spPr>
          <a:xfrm>
            <a:off x="7903660" y="3749676"/>
            <a:ext cx="3303182" cy="533400"/>
          </a:xfrm>
          <a:prstGeom prst="chevron">
            <a:avLst>
              <a:gd name="adj" fmla="val 22119"/>
            </a:avLst>
          </a:prstGeom>
          <a:solidFill>
            <a:schemeClr val="accent1">
              <a:lumMod val="20000"/>
              <a:lumOff val="80000"/>
            </a:schemeClr>
          </a:solidFill>
          <a:ln w="28575">
            <a:solidFill>
              <a:schemeClr val="accent5"/>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indent="0" algn="ctr"/>
            <a:r>
              <a:rPr lang="en-US" altLang="ja-JP" sz="1050" b="1" dirty="0">
                <a:solidFill>
                  <a:schemeClr val="tx2"/>
                </a:solidFill>
                <a:latin typeface="Meiryo UI" panose="020B0604030504040204" pitchFamily="50" charset="-128"/>
                <a:ea typeface="Meiryo UI" panose="020B0604030504040204" pitchFamily="50" charset="-128"/>
              </a:rPr>
              <a:t>FB</a:t>
            </a:r>
            <a:r>
              <a:rPr lang="ja-JP" altLang="en-US" sz="1050" b="1" dirty="0">
                <a:solidFill>
                  <a:schemeClr val="tx2"/>
                </a:solidFill>
                <a:latin typeface="Meiryo UI" panose="020B0604030504040204" pitchFamily="50" charset="-128"/>
                <a:ea typeface="Meiryo UI" panose="020B0604030504040204" pitchFamily="50" charset="-128"/>
              </a:rPr>
              <a:t>対応・活用支援</a:t>
            </a:r>
            <a:endParaRPr kumimoji="1" lang="en-US" altLang="ja-JP" sz="1050" b="1" dirty="0">
              <a:solidFill>
                <a:schemeClr val="tx2"/>
              </a:solidFill>
              <a:latin typeface="Meiryo UI" panose="020B0604030504040204" pitchFamily="50" charset="-128"/>
              <a:ea typeface="Meiryo UI" panose="020B0604030504040204" pitchFamily="50" charset="-128"/>
              <a:cs typeface="+mn-cs"/>
            </a:endParaRPr>
          </a:p>
        </p:txBody>
      </p:sp>
      <p:sp>
        <p:nvSpPr>
          <p:cNvPr id="98" name="矢印: 山形 97">
            <a:extLst>
              <a:ext uri="{FF2B5EF4-FFF2-40B4-BE49-F238E27FC236}">
                <a16:creationId xmlns:a16="http://schemas.microsoft.com/office/drawing/2014/main" id="{C0EB3C78-6E57-BBFE-CC7A-30F4BD18D021}"/>
              </a:ext>
            </a:extLst>
          </p:cNvPr>
          <p:cNvSpPr/>
          <p:nvPr/>
        </p:nvSpPr>
        <p:spPr>
          <a:xfrm>
            <a:off x="9702057" y="2983705"/>
            <a:ext cx="1652922" cy="261937"/>
          </a:xfrm>
          <a:prstGeom prst="chevron">
            <a:avLst>
              <a:gd name="adj" fmla="val 32517"/>
            </a:avLst>
          </a:prstGeom>
          <a:solidFill>
            <a:schemeClr val="bg1">
              <a:lumMod val="85000"/>
            </a:schemeClr>
          </a:solidFill>
          <a:ln>
            <a:solidFill>
              <a:schemeClr val="bg1">
                <a:lumMod val="50000"/>
              </a:schemeClr>
            </a:solidFill>
          </a:ln>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800" dirty="0">
                <a:solidFill>
                  <a:schemeClr val="tx2"/>
                </a:solidFill>
                <a:latin typeface="Meiryo UI" panose="020B0604030504040204" pitchFamily="50" charset="-128"/>
                <a:ea typeface="Meiryo UI" panose="020B0604030504040204" pitchFamily="50" charset="-128"/>
              </a:rPr>
              <a:t>品質</a:t>
            </a:r>
            <a:r>
              <a:rPr lang="en-US" altLang="ja-JP" sz="800" dirty="0">
                <a:solidFill>
                  <a:schemeClr val="tx2"/>
                </a:solidFill>
                <a:latin typeface="Meiryo UI" panose="020B0604030504040204" pitchFamily="50" charset="-128"/>
                <a:ea typeface="Meiryo UI" panose="020B0604030504040204" pitchFamily="50" charset="-128"/>
              </a:rPr>
              <a:t>FB</a:t>
            </a:r>
            <a:r>
              <a:rPr lang="ja-JP" altLang="en-US" sz="800" dirty="0">
                <a:solidFill>
                  <a:schemeClr val="tx2"/>
                </a:solidFill>
                <a:latin typeface="Meiryo UI" panose="020B0604030504040204" pitchFamily="50" charset="-128"/>
                <a:ea typeface="Meiryo UI" panose="020B0604030504040204" pitchFamily="50" charset="-128"/>
              </a:rPr>
              <a:t>サイクルの検討</a:t>
            </a:r>
          </a:p>
        </p:txBody>
      </p:sp>
      <p:sp>
        <p:nvSpPr>
          <p:cNvPr id="100" name="矢印: 山形 99">
            <a:extLst>
              <a:ext uri="{FF2B5EF4-FFF2-40B4-BE49-F238E27FC236}">
                <a16:creationId xmlns:a16="http://schemas.microsoft.com/office/drawing/2014/main" id="{B0554C21-4E4F-69F2-215F-E87B66EA13DA}"/>
              </a:ext>
            </a:extLst>
          </p:cNvPr>
          <p:cNvSpPr/>
          <p:nvPr/>
        </p:nvSpPr>
        <p:spPr>
          <a:xfrm>
            <a:off x="6668723" y="4685194"/>
            <a:ext cx="2469874" cy="295858"/>
          </a:xfrm>
          <a:prstGeom prst="chevron">
            <a:avLst>
              <a:gd name="adj" fmla="val 32517"/>
            </a:avLst>
          </a:prstGeom>
          <a:solidFill>
            <a:schemeClr val="accent1">
              <a:lumMod val="20000"/>
              <a:lumOff val="80000"/>
            </a:schemeClr>
          </a:solidFill>
          <a:ln w="28575">
            <a:solidFill>
              <a:schemeClr val="accent5"/>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050" b="1" dirty="0">
                <a:solidFill>
                  <a:schemeClr val="tx2"/>
                </a:solidFill>
                <a:latin typeface="Meiryo UI" panose="020B0604030504040204" pitchFamily="50" charset="-128"/>
                <a:ea typeface="Meiryo UI" panose="020B0604030504040204" pitchFamily="50" charset="-128"/>
              </a:rPr>
              <a:t>組織的な体質強化活動：準備</a:t>
            </a:r>
          </a:p>
        </p:txBody>
      </p:sp>
      <p:sp>
        <p:nvSpPr>
          <p:cNvPr id="101" name="テキスト ボックス 100">
            <a:extLst>
              <a:ext uri="{FF2B5EF4-FFF2-40B4-BE49-F238E27FC236}">
                <a16:creationId xmlns:a16="http://schemas.microsoft.com/office/drawing/2014/main" id="{BA39A6AD-A07E-7AE3-D39D-2A45A7AF1A50}"/>
              </a:ext>
            </a:extLst>
          </p:cNvPr>
          <p:cNvSpPr txBox="1"/>
          <p:nvPr/>
        </p:nvSpPr>
        <p:spPr>
          <a:xfrm>
            <a:off x="7282423" y="4963834"/>
            <a:ext cx="1704561" cy="261610"/>
          </a:xfrm>
          <a:prstGeom prst="rect">
            <a:avLst/>
          </a:prstGeom>
          <a:noFill/>
        </p:spPr>
        <p:txBody>
          <a:bodyPr wrap="square" rtlCol="0">
            <a:spAutoFit/>
          </a:bodyPr>
          <a:lstStyle/>
          <a:p>
            <a:r>
              <a:rPr kumimoji="1" lang="ja-JP" altLang="en-US" sz="1050" dirty="0">
                <a:solidFill>
                  <a:schemeClr val="tx2"/>
                </a:solidFill>
              </a:rPr>
              <a:t>どこに広げる？</a:t>
            </a:r>
          </a:p>
        </p:txBody>
      </p:sp>
      <p:sp>
        <p:nvSpPr>
          <p:cNvPr id="102" name="テキスト ボックス 101">
            <a:extLst>
              <a:ext uri="{FF2B5EF4-FFF2-40B4-BE49-F238E27FC236}">
                <a16:creationId xmlns:a16="http://schemas.microsoft.com/office/drawing/2014/main" id="{E8AAB39D-9E98-7F77-B4D3-1601032D759A}"/>
              </a:ext>
            </a:extLst>
          </p:cNvPr>
          <p:cNvSpPr txBox="1"/>
          <p:nvPr/>
        </p:nvSpPr>
        <p:spPr>
          <a:xfrm>
            <a:off x="9650418" y="4967942"/>
            <a:ext cx="1704561" cy="261610"/>
          </a:xfrm>
          <a:prstGeom prst="rect">
            <a:avLst/>
          </a:prstGeom>
          <a:noFill/>
        </p:spPr>
        <p:txBody>
          <a:bodyPr wrap="square" rtlCol="0">
            <a:spAutoFit/>
          </a:bodyPr>
          <a:lstStyle/>
          <a:p>
            <a:r>
              <a:rPr kumimoji="1" lang="ja-JP" altLang="en-US" sz="1050" dirty="0">
                <a:solidFill>
                  <a:schemeClr val="tx2"/>
                </a:solidFill>
              </a:rPr>
              <a:t>道具で解決？</a:t>
            </a:r>
          </a:p>
        </p:txBody>
      </p:sp>
      <p:sp>
        <p:nvSpPr>
          <p:cNvPr id="3" name="テキスト ボックス 2">
            <a:extLst>
              <a:ext uri="{FF2B5EF4-FFF2-40B4-BE49-F238E27FC236}">
                <a16:creationId xmlns:a16="http://schemas.microsoft.com/office/drawing/2014/main" id="{FE28B47D-083C-8B17-99DE-7DFAAAC02BD1}"/>
              </a:ext>
            </a:extLst>
          </p:cNvPr>
          <p:cNvSpPr txBox="1"/>
          <p:nvPr/>
        </p:nvSpPr>
        <p:spPr>
          <a:xfrm>
            <a:off x="10086975" y="457697"/>
            <a:ext cx="2005159" cy="415498"/>
          </a:xfrm>
          <a:prstGeom prst="rect">
            <a:avLst/>
          </a:prstGeom>
          <a:noFill/>
        </p:spPr>
        <p:txBody>
          <a:bodyPr wrap="square" rtlCol="0">
            <a:spAutoFit/>
          </a:bodyPr>
          <a:lstStyle/>
          <a:p>
            <a:r>
              <a:rPr lang="ja-JP" altLang="en-US" sz="1050" dirty="0">
                <a:solidFill>
                  <a:schemeClr val="tx2"/>
                </a:solidFill>
              </a:rPr>
              <a:t>分析等を進めていく中で、具体的なマイルストーンを見定めていく</a:t>
            </a:r>
            <a:endParaRPr kumimoji="1" lang="ja-JP" altLang="en-US" sz="1050" dirty="0">
              <a:solidFill>
                <a:schemeClr val="tx2"/>
              </a:solidFill>
            </a:endParaRPr>
          </a:p>
        </p:txBody>
      </p:sp>
    </p:spTree>
    <p:extLst>
      <p:ext uri="{BB962C8B-B14F-4D97-AF65-F5344CB8AC3E}">
        <p14:creationId xmlns:p14="http://schemas.microsoft.com/office/powerpoint/2010/main" val="17562871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089577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BF60F3C-9063-29F8-AA0B-987F7ABA5D17}"/>
              </a:ext>
            </a:extLst>
          </p:cNvPr>
          <p:cNvSpPr>
            <a:spLocks noGrp="1"/>
          </p:cNvSpPr>
          <p:nvPr>
            <p:ph type="title"/>
          </p:nvPr>
        </p:nvSpPr>
        <p:spPr>
          <a:xfrm>
            <a:off x="0" y="264004"/>
            <a:ext cx="12203113" cy="371819"/>
          </a:xfrm>
        </p:spPr>
        <p:txBody>
          <a:bodyPr>
            <a:normAutofit fontScale="90000"/>
          </a:bodyPr>
          <a:lstStyle/>
          <a:p>
            <a:r>
              <a:rPr lang="ja-JP" altLang="en-US" dirty="0">
                <a:latin typeface="Meiryo UI" panose="020B0604030504040204" pitchFamily="50" charset="-128"/>
                <a:ea typeface="Meiryo UI" panose="020B0604030504040204" pitchFamily="50" charset="-128"/>
              </a:rPr>
              <a:t> </a:t>
            </a:r>
            <a:r>
              <a:rPr lang="en-US" altLang="ja-JP" dirty="0">
                <a:latin typeface="Meiryo UI" panose="020B0604030504040204" pitchFamily="50" charset="-128"/>
                <a:ea typeface="Meiryo UI" panose="020B0604030504040204" pitchFamily="50" charset="-128"/>
              </a:rPr>
              <a:t>Step2 </a:t>
            </a:r>
            <a:r>
              <a:rPr lang="ja-JP" altLang="en-US" dirty="0">
                <a:latin typeface="Meiryo UI" panose="020B0604030504040204" pitchFamily="50" charset="-128"/>
                <a:ea typeface="Meiryo UI" panose="020B0604030504040204" pitchFamily="50" charset="-128"/>
              </a:rPr>
              <a:t>のゴール</a:t>
            </a:r>
            <a:endParaRPr kumimoji="1" lang="ja-JP" altLang="en-US" dirty="0">
              <a:latin typeface="Meiryo UI" panose="020B0604030504040204" pitchFamily="50" charset="-128"/>
              <a:ea typeface="Meiryo UI" panose="020B0604030504040204" pitchFamily="50" charset="-128"/>
            </a:endParaRPr>
          </a:p>
        </p:txBody>
      </p:sp>
      <p:sp>
        <p:nvSpPr>
          <p:cNvPr id="4" name="スライド番号プレースホルダー 3">
            <a:extLst>
              <a:ext uri="{FF2B5EF4-FFF2-40B4-BE49-F238E27FC236}">
                <a16:creationId xmlns:a16="http://schemas.microsoft.com/office/drawing/2014/main" id="{38D8C443-402F-F282-DB0A-FAA82B3EFC45}"/>
              </a:ext>
            </a:extLst>
          </p:cNvPr>
          <p:cNvSpPr>
            <a:spLocks noGrp="1"/>
          </p:cNvSpPr>
          <p:nvPr>
            <p:ph type="sldNum" sz="quarter" idx="4"/>
          </p:nvPr>
        </p:nvSpPr>
        <p:spPr>
          <a:xfrm>
            <a:off x="10981038" y="6389169"/>
            <a:ext cx="974124" cy="365125"/>
          </a:xfrm>
          <a:prstGeom prst="rect">
            <a:avLst/>
          </a:prstGeom>
        </p:spPr>
        <p:txBody>
          <a:bodyPr vert="horz" lIns="91440" tIns="45720" rIns="91440" bIns="45720" rtlCol="0" anchor="ctr"/>
          <a:lstStyle>
            <a:defPPr>
              <a:defRPr lang="ja-JP"/>
            </a:defPPr>
            <a:lvl1pPr marL="0" algn="r" defTabSz="914400" rtl="0" eaLnBrk="1" latinLnBrk="0" hangingPunct="1">
              <a:defRPr kumimoji="1" sz="1200" kern="1200">
                <a:solidFill>
                  <a:schemeClr val="bg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735A7A7C-BEC2-C94F-A7A0-F0086A0BE3BB}" type="slidenum">
              <a:rPr lang="ja-JP" altLang="en-US" smtClean="0"/>
              <a:pPr/>
              <a:t>8</a:t>
            </a:fld>
            <a:endParaRPr lang="ja-JP" altLang="en-US"/>
          </a:p>
        </p:txBody>
      </p:sp>
      <p:sp>
        <p:nvSpPr>
          <p:cNvPr id="5" name="フッター プレースホルダー 4">
            <a:extLst>
              <a:ext uri="{FF2B5EF4-FFF2-40B4-BE49-F238E27FC236}">
                <a16:creationId xmlns:a16="http://schemas.microsoft.com/office/drawing/2014/main" id="{394B5D0F-7032-676B-76D3-2AD731B3921C}"/>
              </a:ext>
            </a:extLst>
          </p:cNvPr>
          <p:cNvSpPr>
            <a:spLocks noGrp="1"/>
          </p:cNvSpPr>
          <p:nvPr>
            <p:ph type="ftr" sz="quarter" idx="3"/>
          </p:nvPr>
        </p:nvSpPr>
        <p:spPr>
          <a:xfrm>
            <a:off x="1821991" y="6362236"/>
            <a:ext cx="6338841" cy="365463"/>
          </a:xfrm>
        </p:spPr>
        <p:txBody>
          <a:bodyPr/>
          <a:lstStyle/>
          <a:p>
            <a:r>
              <a:rPr lang="ja-JP" altLang="en-US" sz="1000" dirty="0"/>
              <a:t>設計成果デジタル化の軽量運用企画</a:t>
            </a:r>
            <a:r>
              <a:rPr lang="ja-JP" altLang="en-US" dirty="0"/>
              <a:t>　／　株式会社デンソークリエイト</a:t>
            </a:r>
            <a:endParaRPr lang="en-US" altLang="ja-JP" dirty="0"/>
          </a:p>
          <a:p>
            <a:r>
              <a:rPr lang="en-US" altLang="ja-JP" sz="1050" dirty="0"/>
              <a:t>@ DENSO CREATE INC. ALL RIGHTS RESERVED</a:t>
            </a:r>
            <a:endParaRPr lang="ja-JP" altLang="en-US" sz="1050" dirty="0"/>
          </a:p>
        </p:txBody>
      </p:sp>
      <p:sp>
        <p:nvSpPr>
          <p:cNvPr id="3" name="雲 2">
            <a:extLst>
              <a:ext uri="{FF2B5EF4-FFF2-40B4-BE49-F238E27FC236}">
                <a16:creationId xmlns:a16="http://schemas.microsoft.com/office/drawing/2014/main" id="{E3719ECA-0B73-7BE6-98C9-8F0227B7FA40}"/>
              </a:ext>
            </a:extLst>
          </p:cNvPr>
          <p:cNvSpPr/>
          <p:nvPr/>
        </p:nvSpPr>
        <p:spPr>
          <a:xfrm>
            <a:off x="114300" y="716007"/>
            <a:ext cx="3848100" cy="2503443"/>
          </a:xfrm>
          <a:prstGeom prst="cloud">
            <a:avLst/>
          </a:prstGeom>
          <a:solidFill>
            <a:schemeClr val="bg1">
              <a:lumMod val="95000"/>
            </a:schemeClr>
          </a:solid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59146DEC-C803-2A74-75EC-DA1F7B96D3DC}"/>
              </a:ext>
            </a:extLst>
          </p:cNvPr>
          <p:cNvSpPr txBox="1"/>
          <p:nvPr/>
        </p:nvSpPr>
        <p:spPr>
          <a:xfrm>
            <a:off x="1471816" y="869676"/>
            <a:ext cx="1257368" cy="369332"/>
          </a:xfrm>
          <a:prstGeom prst="rect">
            <a:avLst/>
          </a:prstGeom>
          <a:noFill/>
        </p:spPr>
        <p:txBody>
          <a:bodyPr wrap="square" rtlCol="0">
            <a:spAutoFit/>
          </a:bodyPr>
          <a:lstStyle/>
          <a:p>
            <a:r>
              <a:rPr kumimoji="1" lang="en-US" altLang="ja-JP" dirty="0"/>
              <a:t>MRN</a:t>
            </a:r>
            <a:r>
              <a:rPr kumimoji="1" lang="ja-JP" altLang="en-US" dirty="0"/>
              <a:t>開発</a:t>
            </a:r>
          </a:p>
        </p:txBody>
      </p:sp>
      <p:sp>
        <p:nvSpPr>
          <p:cNvPr id="7" name="四角形: 角を丸くする 6">
            <a:extLst>
              <a:ext uri="{FF2B5EF4-FFF2-40B4-BE49-F238E27FC236}">
                <a16:creationId xmlns:a16="http://schemas.microsoft.com/office/drawing/2014/main" id="{6F63591C-FC4F-BBE1-94BF-8D989E4C9034}"/>
              </a:ext>
            </a:extLst>
          </p:cNvPr>
          <p:cNvSpPr/>
          <p:nvPr/>
        </p:nvSpPr>
        <p:spPr>
          <a:xfrm>
            <a:off x="1712050" y="1355305"/>
            <a:ext cx="648426" cy="21910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100" dirty="0"/>
              <a:t>船システム</a:t>
            </a:r>
            <a:endParaRPr kumimoji="1" lang="ja-JP" altLang="en-US" sz="1100" dirty="0"/>
          </a:p>
        </p:txBody>
      </p:sp>
      <p:sp>
        <p:nvSpPr>
          <p:cNvPr id="8" name="四角形: 角を丸くする 7">
            <a:extLst>
              <a:ext uri="{FF2B5EF4-FFF2-40B4-BE49-F238E27FC236}">
                <a16:creationId xmlns:a16="http://schemas.microsoft.com/office/drawing/2014/main" id="{A6F54994-A2ED-E2C3-8DC7-AF1DE7B2C5C9}"/>
              </a:ext>
            </a:extLst>
          </p:cNvPr>
          <p:cNvSpPr/>
          <p:nvPr/>
        </p:nvSpPr>
        <p:spPr>
          <a:xfrm>
            <a:off x="961752" y="1742988"/>
            <a:ext cx="667296" cy="21910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100" dirty="0"/>
              <a:t>X</a:t>
            </a:r>
            <a:r>
              <a:rPr lang="ja-JP" altLang="en-US" sz="1100" dirty="0"/>
              <a:t>システム</a:t>
            </a:r>
            <a:endParaRPr kumimoji="1" lang="ja-JP" altLang="en-US" sz="1100" dirty="0"/>
          </a:p>
        </p:txBody>
      </p:sp>
      <p:sp>
        <p:nvSpPr>
          <p:cNvPr id="9" name="四角形: 角を丸くする 8">
            <a:extLst>
              <a:ext uri="{FF2B5EF4-FFF2-40B4-BE49-F238E27FC236}">
                <a16:creationId xmlns:a16="http://schemas.microsoft.com/office/drawing/2014/main" id="{94742C7E-7C0E-85A5-E8E0-129497ADFA88}"/>
              </a:ext>
            </a:extLst>
          </p:cNvPr>
          <p:cNvSpPr/>
          <p:nvPr/>
        </p:nvSpPr>
        <p:spPr>
          <a:xfrm>
            <a:off x="1912143" y="1757319"/>
            <a:ext cx="667296" cy="219103"/>
          </a:xfrm>
          <a:prstGeom prst="round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100" dirty="0"/>
              <a:t>Y</a:t>
            </a:r>
            <a:r>
              <a:rPr lang="ja-JP" altLang="en-US" sz="1100" dirty="0"/>
              <a:t>システム</a:t>
            </a:r>
            <a:endParaRPr kumimoji="1" lang="ja-JP" altLang="en-US" sz="1100" dirty="0"/>
          </a:p>
        </p:txBody>
      </p:sp>
      <p:sp>
        <p:nvSpPr>
          <p:cNvPr id="10" name="四角形: 角を丸くする 9">
            <a:extLst>
              <a:ext uri="{FF2B5EF4-FFF2-40B4-BE49-F238E27FC236}">
                <a16:creationId xmlns:a16="http://schemas.microsoft.com/office/drawing/2014/main" id="{E0CD080A-9516-410D-2417-E9CB90A7BF9A}"/>
              </a:ext>
            </a:extLst>
          </p:cNvPr>
          <p:cNvSpPr/>
          <p:nvPr/>
        </p:nvSpPr>
        <p:spPr>
          <a:xfrm>
            <a:off x="2948532" y="1762008"/>
            <a:ext cx="397149" cy="214414"/>
          </a:xfrm>
          <a:prstGeom prst="round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100" dirty="0"/>
              <a:t>…</a:t>
            </a:r>
          </a:p>
        </p:txBody>
      </p:sp>
      <p:sp>
        <p:nvSpPr>
          <p:cNvPr id="11" name="四角形: 角を丸くする 10">
            <a:extLst>
              <a:ext uri="{FF2B5EF4-FFF2-40B4-BE49-F238E27FC236}">
                <a16:creationId xmlns:a16="http://schemas.microsoft.com/office/drawing/2014/main" id="{C5230DF9-474D-E263-2FDF-298D0688A24D}"/>
              </a:ext>
            </a:extLst>
          </p:cNvPr>
          <p:cNvSpPr/>
          <p:nvPr/>
        </p:nvSpPr>
        <p:spPr>
          <a:xfrm>
            <a:off x="700087" y="2132605"/>
            <a:ext cx="419916" cy="21910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100" dirty="0"/>
              <a:t>…</a:t>
            </a:r>
            <a:endParaRPr kumimoji="1" lang="ja-JP" altLang="en-US" sz="1100" dirty="0"/>
          </a:p>
        </p:txBody>
      </p:sp>
      <p:sp>
        <p:nvSpPr>
          <p:cNvPr id="12" name="四角形: 角を丸くする 11">
            <a:extLst>
              <a:ext uri="{FF2B5EF4-FFF2-40B4-BE49-F238E27FC236}">
                <a16:creationId xmlns:a16="http://schemas.microsoft.com/office/drawing/2014/main" id="{6A0047C5-7C2F-5FDD-2EA7-A29D55341337}"/>
              </a:ext>
            </a:extLst>
          </p:cNvPr>
          <p:cNvSpPr/>
          <p:nvPr/>
        </p:nvSpPr>
        <p:spPr>
          <a:xfrm>
            <a:off x="1273492" y="2132605"/>
            <a:ext cx="419916" cy="21910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100" dirty="0"/>
              <a:t>…</a:t>
            </a:r>
            <a:endParaRPr kumimoji="1" lang="ja-JP" altLang="en-US" sz="1100" dirty="0"/>
          </a:p>
        </p:txBody>
      </p:sp>
      <p:sp>
        <p:nvSpPr>
          <p:cNvPr id="13" name="四角形: 角を丸くする 12">
            <a:extLst>
              <a:ext uri="{FF2B5EF4-FFF2-40B4-BE49-F238E27FC236}">
                <a16:creationId xmlns:a16="http://schemas.microsoft.com/office/drawing/2014/main" id="{4D1195FA-89B2-A8B2-2A12-06F0270C370F}"/>
              </a:ext>
            </a:extLst>
          </p:cNvPr>
          <p:cNvSpPr/>
          <p:nvPr/>
        </p:nvSpPr>
        <p:spPr>
          <a:xfrm>
            <a:off x="1274764" y="2507422"/>
            <a:ext cx="419916" cy="21910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100" dirty="0"/>
              <a:t>…</a:t>
            </a:r>
            <a:endParaRPr kumimoji="1" lang="ja-JP" altLang="en-US" sz="1100" dirty="0"/>
          </a:p>
        </p:txBody>
      </p:sp>
      <p:sp>
        <p:nvSpPr>
          <p:cNvPr id="14" name="四角形: 角を丸くする 13">
            <a:extLst>
              <a:ext uri="{FF2B5EF4-FFF2-40B4-BE49-F238E27FC236}">
                <a16:creationId xmlns:a16="http://schemas.microsoft.com/office/drawing/2014/main" id="{DB4EE98C-AAFC-2948-04AC-9E15AAD20AF0}"/>
              </a:ext>
            </a:extLst>
          </p:cNvPr>
          <p:cNvSpPr/>
          <p:nvPr/>
        </p:nvSpPr>
        <p:spPr>
          <a:xfrm>
            <a:off x="1815872" y="2132605"/>
            <a:ext cx="419916" cy="219103"/>
          </a:xfrm>
          <a:prstGeom prst="round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100" dirty="0"/>
              <a:t>…</a:t>
            </a:r>
            <a:endParaRPr kumimoji="1" lang="ja-JP" altLang="en-US" sz="1100" dirty="0"/>
          </a:p>
        </p:txBody>
      </p:sp>
      <p:sp>
        <p:nvSpPr>
          <p:cNvPr id="15" name="四角形: 角を丸くする 14">
            <a:extLst>
              <a:ext uri="{FF2B5EF4-FFF2-40B4-BE49-F238E27FC236}">
                <a16:creationId xmlns:a16="http://schemas.microsoft.com/office/drawing/2014/main" id="{3A5F7EE6-2488-0C14-2230-2BA0A1889B0E}"/>
              </a:ext>
            </a:extLst>
          </p:cNvPr>
          <p:cNvSpPr/>
          <p:nvPr/>
        </p:nvSpPr>
        <p:spPr>
          <a:xfrm>
            <a:off x="2309268" y="2132605"/>
            <a:ext cx="419916" cy="219103"/>
          </a:xfrm>
          <a:prstGeom prst="round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100" dirty="0"/>
              <a:t>…</a:t>
            </a:r>
            <a:endParaRPr kumimoji="1" lang="ja-JP" altLang="en-US" sz="1100" dirty="0"/>
          </a:p>
        </p:txBody>
      </p:sp>
      <p:cxnSp>
        <p:nvCxnSpPr>
          <p:cNvPr id="17" name="直線コネクタ 16">
            <a:extLst>
              <a:ext uri="{FF2B5EF4-FFF2-40B4-BE49-F238E27FC236}">
                <a16:creationId xmlns:a16="http://schemas.microsoft.com/office/drawing/2014/main" id="{33D12879-10A7-D3F8-BC48-8436B450142C}"/>
              </a:ext>
            </a:extLst>
          </p:cNvPr>
          <p:cNvCxnSpPr>
            <a:stCxn id="7" idx="2"/>
            <a:endCxn id="8" idx="0"/>
          </p:cNvCxnSpPr>
          <p:nvPr/>
        </p:nvCxnSpPr>
        <p:spPr>
          <a:xfrm rot="5400000">
            <a:off x="1581542" y="1288267"/>
            <a:ext cx="168580" cy="740863"/>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18" name="直線コネクタ 16">
            <a:extLst>
              <a:ext uri="{FF2B5EF4-FFF2-40B4-BE49-F238E27FC236}">
                <a16:creationId xmlns:a16="http://schemas.microsoft.com/office/drawing/2014/main" id="{CC25883E-1381-1A37-B955-15FE3D066A05}"/>
              </a:ext>
            </a:extLst>
          </p:cNvPr>
          <p:cNvCxnSpPr>
            <a:cxnSpLocks/>
            <a:stCxn id="7" idx="2"/>
            <a:endCxn id="9" idx="0"/>
          </p:cNvCxnSpPr>
          <p:nvPr/>
        </p:nvCxnSpPr>
        <p:spPr>
          <a:xfrm rot="16200000" flipH="1">
            <a:off x="2049572" y="1561099"/>
            <a:ext cx="182911" cy="209528"/>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22" name="直線コネクタ 16">
            <a:extLst>
              <a:ext uri="{FF2B5EF4-FFF2-40B4-BE49-F238E27FC236}">
                <a16:creationId xmlns:a16="http://schemas.microsoft.com/office/drawing/2014/main" id="{E555ADF4-4DEF-9630-B396-99A9773CDE10}"/>
              </a:ext>
            </a:extLst>
          </p:cNvPr>
          <p:cNvCxnSpPr>
            <a:cxnSpLocks/>
            <a:stCxn id="7" idx="2"/>
            <a:endCxn id="10" idx="0"/>
          </p:cNvCxnSpPr>
          <p:nvPr/>
        </p:nvCxnSpPr>
        <p:spPr>
          <a:xfrm rot="16200000" flipH="1">
            <a:off x="2497885" y="1112786"/>
            <a:ext cx="187600" cy="1110844"/>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25" name="直線コネクタ 16">
            <a:extLst>
              <a:ext uri="{FF2B5EF4-FFF2-40B4-BE49-F238E27FC236}">
                <a16:creationId xmlns:a16="http://schemas.microsoft.com/office/drawing/2014/main" id="{D10D1706-7DC0-E17D-3FB1-5DE18BAF1802}"/>
              </a:ext>
            </a:extLst>
          </p:cNvPr>
          <p:cNvCxnSpPr>
            <a:cxnSpLocks/>
            <a:stCxn id="9" idx="2"/>
            <a:endCxn id="14" idx="0"/>
          </p:cNvCxnSpPr>
          <p:nvPr/>
        </p:nvCxnSpPr>
        <p:spPr>
          <a:xfrm rot="5400000">
            <a:off x="2057720" y="1944533"/>
            <a:ext cx="156183" cy="219961"/>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29" name="直線コネクタ 16">
            <a:extLst>
              <a:ext uri="{FF2B5EF4-FFF2-40B4-BE49-F238E27FC236}">
                <a16:creationId xmlns:a16="http://schemas.microsoft.com/office/drawing/2014/main" id="{CFBEC61A-776A-B877-92D9-7372C3BEE749}"/>
              </a:ext>
            </a:extLst>
          </p:cNvPr>
          <p:cNvCxnSpPr>
            <a:cxnSpLocks/>
            <a:stCxn id="9" idx="2"/>
            <a:endCxn id="15" idx="0"/>
          </p:cNvCxnSpPr>
          <p:nvPr/>
        </p:nvCxnSpPr>
        <p:spPr>
          <a:xfrm rot="16200000" flipH="1">
            <a:off x="2304417" y="1917795"/>
            <a:ext cx="156183" cy="273435"/>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32" name="直線コネクタ 16">
            <a:extLst>
              <a:ext uri="{FF2B5EF4-FFF2-40B4-BE49-F238E27FC236}">
                <a16:creationId xmlns:a16="http://schemas.microsoft.com/office/drawing/2014/main" id="{2498534B-EACD-4524-F95C-58899A993B05}"/>
              </a:ext>
            </a:extLst>
          </p:cNvPr>
          <p:cNvCxnSpPr>
            <a:cxnSpLocks/>
            <a:stCxn id="8" idx="2"/>
            <a:endCxn id="11" idx="0"/>
          </p:cNvCxnSpPr>
          <p:nvPr/>
        </p:nvCxnSpPr>
        <p:spPr>
          <a:xfrm rot="5400000">
            <a:off x="1017466" y="1854671"/>
            <a:ext cx="170514" cy="385355"/>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35" name="直線コネクタ 16">
            <a:extLst>
              <a:ext uri="{FF2B5EF4-FFF2-40B4-BE49-F238E27FC236}">
                <a16:creationId xmlns:a16="http://schemas.microsoft.com/office/drawing/2014/main" id="{FE1871BA-2A01-B5A3-BA70-3359FC65B06E}"/>
              </a:ext>
            </a:extLst>
          </p:cNvPr>
          <p:cNvCxnSpPr>
            <a:cxnSpLocks/>
            <a:stCxn id="8" idx="2"/>
            <a:endCxn id="12" idx="0"/>
          </p:cNvCxnSpPr>
          <p:nvPr/>
        </p:nvCxnSpPr>
        <p:spPr>
          <a:xfrm rot="16200000" flipH="1">
            <a:off x="1304168" y="1953323"/>
            <a:ext cx="170514" cy="188050"/>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38" name="直線コネクタ 16">
            <a:extLst>
              <a:ext uri="{FF2B5EF4-FFF2-40B4-BE49-F238E27FC236}">
                <a16:creationId xmlns:a16="http://schemas.microsoft.com/office/drawing/2014/main" id="{A29ECD72-C1B7-DF41-1766-6FB840295BDA}"/>
              </a:ext>
            </a:extLst>
          </p:cNvPr>
          <p:cNvCxnSpPr>
            <a:cxnSpLocks/>
            <a:stCxn id="12" idx="2"/>
            <a:endCxn id="13" idx="0"/>
          </p:cNvCxnSpPr>
          <p:nvPr/>
        </p:nvCxnSpPr>
        <p:spPr>
          <a:xfrm rot="16200000" flipH="1">
            <a:off x="1406229" y="2428929"/>
            <a:ext cx="155714" cy="1272"/>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sp>
        <p:nvSpPr>
          <p:cNvPr id="44" name="矢印: 上向き折線 43">
            <a:extLst>
              <a:ext uri="{FF2B5EF4-FFF2-40B4-BE49-F238E27FC236}">
                <a16:creationId xmlns:a16="http://schemas.microsoft.com/office/drawing/2014/main" id="{8B3A27EA-7873-E621-831A-8B307EFCCDC3}"/>
              </a:ext>
            </a:extLst>
          </p:cNvPr>
          <p:cNvSpPr/>
          <p:nvPr/>
        </p:nvSpPr>
        <p:spPr>
          <a:xfrm rot="5400000">
            <a:off x="901342" y="2973083"/>
            <a:ext cx="1091563" cy="930038"/>
          </a:xfrm>
          <a:prstGeom prst="ben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5" name="テキスト ボックス 44">
            <a:extLst>
              <a:ext uri="{FF2B5EF4-FFF2-40B4-BE49-F238E27FC236}">
                <a16:creationId xmlns:a16="http://schemas.microsoft.com/office/drawing/2014/main" id="{4033200E-F93B-DC7A-64AE-999C4ACB7385}"/>
              </a:ext>
            </a:extLst>
          </p:cNvPr>
          <p:cNvSpPr txBox="1"/>
          <p:nvPr/>
        </p:nvSpPr>
        <p:spPr>
          <a:xfrm>
            <a:off x="267439" y="4018164"/>
            <a:ext cx="1904926" cy="338554"/>
          </a:xfrm>
          <a:prstGeom prst="rect">
            <a:avLst/>
          </a:prstGeom>
          <a:noFill/>
        </p:spPr>
        <p:txBody>
          <a:bodyPr wrap="square" rtlCol="0">
            <a:spAutoFit/>
          </a:bodyPr>
          <a:lstStyle/>
          <a:p>
            <a:r>
              <a:rPr kumimoji="1" lang="ja-JP" altLang="en-US" sz="1600" dirty="0">
                <a:solidFill>
                  <a:schemeClr val="tx2">
                    <a:lumMod val="75000"/>
                  </a:schemeClr>
                </a:solidFill>
              </a:rPr>
              <a:t>ここにフォーカスして</a:t>
            </a:r>
            <a:r>
              <a:rPr kumimoji="1" lang="en-US" altLang="ja-JP" sz="1600" dirty="0">
                <a:solidFill>
                  <a:schemeClr val="tx2">
                    <a:lumMod val="75000"/>
                  </a:schemeClr>
                </a:solidFill>
              </a:rPr>
              <a:t>…</a:t>
            </a:r>
            <a:endParaRPr kumimoji="1" lang="ja-JP" altLang="en-US" sz="1600" dirty="0">
              <a:solidFill>
                <a:schemeClr val="tx2">
                  <a:lumMod val="75000"/>
                </a:schemeClr>
              </a:solidFill>
            </a:endParaRPr>
          </a:p>
        </p:txBody>
      </p:sp>
      <p:sp>
        <p:nvSpPr>
          <p:cNvPr id="46" name="四角形: 角を丸くする 45">
            <a:extLst>
              <a:ext uri="{FF2B5EF4-FFF2-40B4-BE49-F238E27FC236}">
                <a16:creationId xmlns:a16="http://schemas.microsoft.com/office/drawing/2014/main" id="{73902B08-F82A-B39C-6BD0-E0C2A3AEB48C}"/>
              </a:ext>
            </a:extLst>
          </p:cNvPr>
          <p:cNvSpPr/>
          <p:nvPr/>
        </p:nvSpPr>
        <p:spPr>
          <a:xfrm>
            <a:off x="3097760" y="3374096"/>
            <a:ext cx="1371870" cy="1340599"/>
          </a:xfrm>
          <a:prstGeom prst="roundRect">
            <a:avLst/>
          </a:prstGeom>
          <a:solidFill>
            <a:srgbClr val="5ABDE4">
              <a:alpha val="40000"/>
            </a:srgb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lgn="ctr"/>
            <a:r>
              <a:rPr kumimoji="1" lang="en-US" altLang="ja-JP" sz="1000" b="1" u="sng" dirty="0">
                <a:solidFill>
                  <a:schemeClr val="tx2">
                    <a:lumMod val="75000"/>
                  </a:schemeClr>
                </a:solidFill>
              </a:rPr>
              <a:t>ND</a:t>
            </a:r>
            <a:r>
              <a:rPr kumimoji="1" lang="ja-JP" altLang="en-US" sz="1000" b="1" u="sng" dirty="0">
                <a:solidFill>
                  <a:schemeClr val="tx2">
                    <a:lumMod val="75000"/>
                  </a:schemeClr>
                </a:solidFill>
              </a:rPr>
              <a:t>のシステムモデル</a:t>
            </a:r>
          </a:p>
        </p:txBody>
      </p:sp>
      <p:sp>
        <p:nvSpPr>
          <p:cNvPr id="48" name="テキスト ボックス 47">
            <a:extLst>
              <a:ext uri="{FF2B5EF4-FFF2-40B4-BE49-F238E27FC236}">
                <a16:creationId xmlns:a16="http://schemas.microsoft.com/office/drawing/2014/main" id="{C6704C9D-6121-1A50-277B-E7D95DD0BBEC}"/>
              </a:ext>
            </a:extLst>
          </p:cNvPr>
          <p:cNvSpPr txBox="1"/>
          <p:nvPr/>
        </p:nvSpPr>
        <p:spPr>
          <a:xfrm>
            <a:off x="2239441" y="3521361"/>
            <a:ext cx="254770" cy="169277"/>
          </a:xfrm>
          <a:prstGeom prst="rect">
            <a:avLst/>
          </a:prstGeom>
          <a:noFill/>
        </p:spPr>
        <p:txBody>
          <a:bodyPr wrap="square" lIns="0" tIns="0" rIns="0" bIns="0" rtlCol="0">
            <a:spAutoFit/>
          </a:bodyPr>
          <a:lstStyle/>
          <a:p>
            <a:r>
              <a:rPr kumimoji="1" lang="en-US" altLang="ja-JP" sz="1100" b="1" dirty="0">
                <a:solidFill>
                  <a:schemeClr val="tx2">
                    <a:lumMod val="75000"/>
                  </a:schemeClr>
                </a:solidFill>
              </a:rPr>
              <a:t>L0</a:t>
            </a:r>
            <a:endParaRPr kumimoji="1" lang="ja-JP" altLang="en-US" sz="1100" b="1" dirty="0">
              <a:solidFill>
                <a:schemeClr val="tx2">
                  <a:lumMod val="75000"/>
                </a:schemeClr>
              </a:solidFill>
            </a:endParaRPr>
          </a:p>
        </p:txBody>
      </p:sp>
      <p:sp>
        <p:nvSpPr>
          <p:cNvPr id="49" name="テキスト ボックス 48">
            <a:extLst>
              <a:ext uri="{FF2B5EF4-FFF2-40B4-BE49-F238E27FC236}">
                <a16:creationId xmlns:a16="http://schemas.microsoft.com/office/drawing/2014/main" id="{AC1FEAB1-A13E-EAD4-6045-8F2AF2D0BD0E}"/>
              </a:ext>
            </a:extLst>
          </p:cNvPr>
          <p:cNvSpPr txBox="1"/>
          <p:nvPr/>
        </p:nvSpPr>
        <p:spPr>
          <a:xfrm>
            <a:off x="2239441" y="4212137"/>
            <a:ext cx="254770" cy="169277"/>
          </a:xfrm>
          <a:prstGeom prst="rect">
            <a:avLst/>
          </a:prstGeom>
          <a:noFill/>
        </p:spPr>
        <p:txBody>
          <a:bodyPr wrap="square" lIns="0" tIns="0" rIns="0" bIns="0" rtlCol="0">
            <a:spAutoFit/>
          </a:bodyPr>
          <a:lstStyle/>
          <a:p>
            <a:r>
              <a:rPr kumimoji="1" lang="en-US" altLang="ja-JP" sz="1100" b="1" dirty="0">
                <a:solidFill>
                  <a:schemeClr val="tx2">
                    <a:lumMod val="75000"/>
                  </a:schemeClr>
                </a:solidFill>
              </a:rPr>
              <a:t>L1</a:t>
            </a:r>
            <a:endParaRPr kumimoji="1" lang="ja-JP" altLang="en-US" sz="1100" b="1" dirty="0">
              <a:solidFill>
                <a:schemeClr val="tx2">
                  <a:lumMod val="75000"/>
                </a:schemeClr>
              </a:solidFill>
            </a:endParaRPr>
          </a:p>
        </p:txBody>
      </p:sp>
      <p:sp>
        <p:nvSpPr>
          <p:cNvPr id="50" name="テキスト ボックス 49">
            <a:extLst>
              <a:ext uri="{FF2B5EF4-FFF2-40B4-BE49-F238E27FC236}">
                <a16:creationId xmlns:a16="http://schemas.microsoft.com/office/drawing/2014/main" id="{E6BFCCD0-314D-9634-7E88-8DBC249A6124}"/>
              </a:ext>
            </a:extLst>
          </p:cNvPr>
          <p:cNvSpPr txBox="1"/>
          <p:nvPr/>
        </p:nvSpPr>
        <p:spPr>
          <a:xfrm>
            <a:off x="2042170" y="5261192"/>
            <a:ext cx="486864" cy="169277"/>
          </a:xfrm>
          <a:prstGeom prst="rect">
            <a:avLst/>
          </a:prstGeom>
          <a:noFill/>
        </p:spPr>
        <p:txBody>
          <a:bodyPr wrap="square" lIns="0" tIns="0" rIns="0" bIns="0" rtlCol="0">
            <a:spAutoFit/>
          </a:bodyPr>
          <a:lstStyle/>
          <a:p>
            <a:r>
              <a:rPr kumimoji="1" lang="en-US" altLang="ja-JP" sz="1100" b="1" dirty="0">
                <a:solidFill>
                  <a:schemeClr val="tx2">
                    <a:lumMod val="75000"/>
                  </a:schemeClr>
                </a:solidFill>
              </a:rPr>
              <a:t>L2</a:t>
            </a:r>
            <a:r>
              <a:rPr kumimoji="1" lang="ja-JP" altLang="en-US" sz="1100" b="1" dirty="0">
                <a:solidFill>
                  <a:schemeClr val="tx2">
                    <a:lumMod val="75000"/>
                  </a:schemeClr>
                </a:solidFill>
              </a:rPr>
              <a:t>以下</a:t>
            </a:r>
          </a:p>
        </p:txBody>
      </p:sp>
      <p:sp>
        <p:nvSpPr>
          <p:cNvPr id="53" name="四角形: 角を丸くする 52">
            <a:extLst>
              <a:ext uri="{FF2B5EF4-FFF2-40B4-BE49-F238E27FC236}">
                <a16:creationId xmlns:a16="http://schemas.microsoft.com/office/drawing/2014/main" id="{B18263C4-4AF9-BB4C-F186-F29FA5D7BADB}"/>
              </a:ext>
            </a:extLst>
          </p:cNvPr>
          <p:cNvSpPr/>
          <p:nvPr/>
        </p:nvSpPr>
        <p:spPr>
          <a:xfrm>
            <a:off x="3276760" y="4023920"/>
            <a:ext cx="1013867" cy="24945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1000" dirty="0"/>
              <a:t>システム構成</a:t>
            </a:r>
          </a:p>
        </p:txBody>
      </p:sp>
      <p:sp>
        <p:nvSpPr>
          <p:cNvPr id="54" name="四角形: 角を丸くする 53">
            <a:extLst>
              <a:ext uri="{FF2B5EF4-FFF2-40B4-BE49-F238E27FC236}">
                <a16:creationId xmlns:a16="http://schemas.microsoft.com/office/drawing/2014/main" id="{BF845A94-8070-BC94-8CFC-5234C71EC1F6}"/>
              </a:ext>
            </a:extLst>
          </p:cNvPr>
          <p:cNvSpPr/>
          <p:nvPr/>
        </p:nvSpPr>
        <p:spPr>
          <a:xfrm>
            <a:off x="3276761" y="3721955"/>
            <a:ext cx="1013867" cy="24945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1000" dirty="0"/>
              <a:t>要件、ユースケース</a:t>
            </a:r>
          </a:p>
        </p:txBody>
      </p:sp>
      <p:sp>
        <p:nvSpPr>
          <p:cNvPr id="55" name="四角形: 角を丸くする 54">
            <a:extLst>
              <a:ext uri="{FF2B5EF4-FFF2-40B4-BE49-F238E27FC236}">
                <a16:creationId xmlns:a16="http://schemas.microsoft.com/office/drawing/2014/main" id="{B042D7F7-1543-8AD8-B449-48C7BE74C5F6}"/>
              </a:ext>
            </a:extLst>
          </p:cNvPr>
          <p:cNvSpPr/>
          <p:nvPr/>
        </p:nvSpPr>
        <p:spPr>
          <a:xfrm>
            <a:off x="3276760" y="4357090"/>
            <a:ext cx="1013867" cy="24945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ja-JP" sz="1000" dirty="0"/>
              <a:t>I/F</a:t>
            </a:r>
            <a:endParaRPr kumimoji="1" lang="ja-JP" altLang="en-US" sz="1000" dirty="0"/>
          </a:p>
        </p:txBody>
      </p:sp>
      <p:sp>
        <p:nvSpPr>
          <p:cNvPr id="59" name="四角形: 1 つの角を切り取る 58">
            <a:extLst>
              <a:ext uri="{FF2B5EF4-FFF2-40B4-BE49-F238E27FC236}">
                <a16:creationId xmlns:a16="http://schemas.microsoft.com/office/drawing/2014/main" id="{795D5D83-FB0F-77AB-DCF6-8C9B749EE590}"/>
              </a:ext>
            </a:extLst>
          </p:cNvPr>
          <p:cNvSpPr/>
          <p:nvPr/>
        </p:nvSpPr>
        <p:spPr>
          <a:xfrm>
            <a:off x="2706271" y="5021741"/>
            <a:ext cx="1103727" cy="270593"/>
          </a:xfrm>
          <a:prstGeom prst="snip1Rect">
            <a:avLst/>
          </a:prstGeom>
          <a:solidFill>
            <a:schemeClr val="accent6">
              <a:alpha val="50000"/>
            </a:schemeClr>
          </a:solidFill>
          <a:ln>
            <a:solidFill>
              <a:schemeClr val="accent6"/>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algn="ctr"/>
            <a:r>
              <a:rPr kumimoji="1" lang="ja-JP" altLang="en-US" sz="1000" dirty="0"/>
              <a:t>サブシステム</a:t>
            </a:r>
            <a:r>
              <a:rPr kumimoji="1" lang="en-US" altLang="ja-JP" sz="1000" dirty="0"/>
              <a:t>A</a:t>
            </a:r>
            <a:r>
              <a:rPr kumimoji="1" lang="ja-JP" altLang="en-US" sz="1000" dirty="0"/>
              <a:t> </a:t>
            </a:r>
            <a:r>
              <a:rPr kumimoji="1" lang="en-US" altLang="ja-JP" sz="1000" dirty="0"/>
              <a:t>I/F</a:t>
            </a:r>
            <a:r>
              <a:rPr kumimoji="1" lang="ja-JP" altLang="en-US" sz="1000" dirty="0"/>
              <a:t>表</a:t>
            </a:r>
          </a:p>
        </p:txBody>
      </p:sp>
      <p:sp>
        <p:nvSpPr>
          <p:cNvPr id="60" name="四角形: 1 つの角を切り取る 59">
            <a:extLst>
              <a:ext uri="{FF2B5EF4-FFF2-40B4-BE49-F238E27FC236}">
                <a16:creationId xmlns:a16="http://schemas.microsoft.com/office/drawing/2014/main" id="{16C5A65F-784F-5F18-F6C7-5AD6F41E3036}"/>
              </a:ext>
            </a:extLst>
          </p:cNvPr>
          <p:cNvSpPr/>
          <p:nvPr/>
        </p:nvSpPr>
        <p:spPr>
          <a:xfrm>
            <a:off x="3887683" y="5021740"/>
            <a:ext cx="1103727" cy="270593"/>
          </a:xfrm>
          <a:prstGeom prst="snip1Rect">
            <a:avLst/>
          </a:prstGeom>
          <a:solidFill>
            <a:schemeClr val="accent6">
              <a:alpha val="50000"/>
            </a:schemeClr>
          </a:solidFill>
          <a:ln>
            <a:solidFill>
              <a:schemeClr val="accent6"/>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algn="ctr"/>
            <a:r>
              <a:rPr kumimoji="1" lang="ja-JP" altLang="en-US" sz="1000" dirty="0"/>
              <a:t>サブシステム</a:t>
            </a:r>
            <a:r>
              <a:rPr kumimoji="1" lang="en-US" altLang="ja-JP" sz="1000" dirty="0"/>
              <a:t>B</a:t>
            </a:r>
            <a:r>
              <a:rPr kumimoji="1" lang="ja-JP" altLang="en-US" sz="1000" dirty="0"/>
              <a:t> </a:t>
            </a:r>
            <a:r>
              <a:rPr kumimoji="1" lang="en-US" altLang="ja-JP" sz="1000" dirty="0"/>
              <a:t>I/F</a:t>
            </a:r>
            <a:r>
              <a:rPr kumimoji="1" lang="ja-JP" altLang="en-US" sz="1000" dirty="0"/>
              <a:t>表</a:t>
            </a:r>
          </a:p>
        </p:txBody>
      </p:sp>
      <p:sp>
        <p:nvSpPr>
          <p:cNvPr id="63" name="四角形: 1 つの角を切り取る 62">
            <a:extLst>
              <a:ext uri="{FF2B5EF4-FFF2-40B4-BE49-F238E27FC236}">
                <a16:creationId xmlns:a16="http://schemas.microsoft.com/office/drawing/2014/main" id="{FD900D8D-EC86-A712-A23C-8ED8DBEA31D7}"/>
              </a:ext>
            </a:extLst>
          </p:cNvPr>
          <p:cNvSpPr/>
          <p:nvPr/>
        </p:nvSpPr>
        <p:spPr>
          <a:xfrm>
            <a:off x="2706270" y="5679156"/>
            <a:ext cx="1103727" cy="270593"/>
          </a:xfrm>
          <a:prstGeom prst="snip1Rect">
            <a:avLst/>
          </a:prstGeom>
          <a:solidFill>
            <a:schemeClr val="accent2">
              <a:alpha val="50000"/>
            </a:schemeClr>
          </a:solidFill>
          <a:ln>
            <a:solidFill>
              <a:schemeClr val="accent2"/>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algn="ctr"/>
            <a:r>
              <a:rPr lang="ja-JP" altLang="en-US" sz="1000" dirty="0"/>
              <a:t>背景、検討記録など</a:t>
            </a:r>
            <a:endParaRPr kumimoji="1" lang="ja-JP" altLang="en-US" sz="1000" dirty="0"/>
          </a:p>
        </p:txBody>
      </p:sp>
      <p:sp>
        <p:nvSpPr>
          <p:cNvPr id="64" name="四角形: 1 つの角を切り取る 63">
            <a:extLst>
              <a:ext uri="{FF2B5EF4-FFF2-40B4-BE49-F238E27FC236}">
                <a16:creationId xmlns:a16="http://schemas.microsoft.com/office/drawing/2014/main" id="{C4079B47-F68C-FD89-7D47-769F304C98E2}"/>
              </a:ext>
            </a:extLst>
          </p:cNvPr>
          <p:cNvSpPr/>
          <p:nvPr/>
        </p:nvSpPr>
        <p:spPr>
          <a:xfrm>
            <a:off x="3869656" y="5676128"/>
            <a:ext cx="420971" cy="270593"/>
          </a:xfrm>
          <a:prstGeom prst="snip1Rect">
            <a:avLst/>
          </a:prstGeom>
          <a:solidFill>
            <a:schemeClr val="accent2">
              <a:alpha val="50000"/>
            </a:schemeClr>
          </a:solidFill>
          <a:ln>
            <a:solidFill>
              <a:schemeClr val="accent2"/>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algn="ctr"/>
            <a:r>
              <a:rPr lang="ja-JP" altLang="en-US" sz="1000" dirty="0"/>
              <a:t>・・・</a:t>
            </a:r>
            <a:endParaRPr kumimoji="1" lang="ja-JP" altLang="en-US" sz="1000" dirty="0"/>
          </a:p>
        </p:txBody>
      </p:sp>
      <p:sp>
        <p:nvSpPr>
          <p:cNvPr id="66" name="四角形: 1 つの角を切り取る 65">
            <a:extLst>
              <a:ext uri="{FF2B5EF4-FFF2-40B4-BE49-F238E27FC236}">
                <a16:creationId xmlns:a16="http://schemas.microsoft.com/office/drawing/2014/main" id="{A75B5AE5-26AB-B1C9-9BBD-1C5FD5C2C7FF}"/>
              </a:ext>
            </a:extLst>
          </p:cNvPr>
          <p:cNvSpPr/>
          <p:nvPr/>
        </p:nvSpPr>
        <p:spPr>
          <a:xfrm>
            <a:off x="5069095" y="5037764"/>
            <a:ext cx="420972" cy="270593"/>
          </a:xfrm>
          <a:prstGeom prst="snip1Rect">
            <a:avLst/>
          </a:prstGeom>
          <a:solidFill>
            <a:schemeClr val="bg2">
              <a:lumMod val="75000"/>
              <a:alpha val="50000"/>
            </a:schemeClr>
          </a:solidFill>
          <a:ln w="12700">
            <a:solidFill>
              <a:schemeClr val="bg1">
                <a:lumMod val="50000"/>
              </a:schemeClr>
            </a:solidFill>
            <a:prstDash val="sysDash"/>
          </a:ln>
        </p:spPr>
        <p:style>
          <a:lnRef idx="0">
            <a:scrgbClr r="0" g="0" b="0"/>
          </a:lnRef>
          <a:fillRef idx="0">
            <a:scrgbClr r="0" g="0" b="0"/>
          </a:fillRef>
          <a:effectRef idx="0">
            <a:scrgbClr r="0" g="0" b="0"/>
          </a:effectRef>
          <a:fontRef idx="minor">
            <a:schemeClr val="lt1"/>
          </a:fontRef>
        </p:style>
        <p:txBody>
          <a:bodyPr lIns="0" tIns="0" rIns="0" bIns="0" rtlCol="0" anchor="ctr"/>
          <a:lstStyle/>
          <a:p>
            <a:pPr algn="ctr"/>
            <a:r>
              <a:rPr kumimoji="1" lang="ja-JP" altLang="en-US" sz="1000" dirty="0"/>
              <a:t>・・・</a:t>
            </a:r>
          </a:p>
        </p:txBody>
      </p:sp>
      <p:sp>
        <p:nvSpPr>
          <p:cNvPr id="80" name="矢印: 上下 79">
            <a:extLst>
              <a:ext uri="{FF2B5EF4-FFF2-40B4-BE49-F238E27FC236}">
                <a16:creationId xmlns:a16="http://schemas.microsoft.com/office/drawing/2014/main" id="{DDC308C8-FDED-4F75-5B1B-3E0BCC7A1DD5}"/>
              </a:ext>
            </a:extLst>
          </p:cNvPr>
          <p:cNvSpPr/>
          <p:nvPr/>
        </p:nvSpPr>
        <p:spPr>
          <a:xfrm>
            <a:off x="3028422" y="4436128"/>
            <a:ext cx="203541" cy="604363"/>
          </a:xfrm>
          <a:prstGeom prst="upDownArrow">
            <a:avLst/>
          </a:prstGeom>
          <a:solidFill>
            <a:srgbClr val="F74D5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1" name="テキスト ボックス 80">
            <a:extLst>
              <a:ext uri="{FF2B5EF4-FFF2-40B4-BE49-F238E27FC236}">
                <a16:creationId xmlns:a16="http://schemas.microsoft.com/office/drawing/2014/main" id="{81ECAF29-E0F8-37E4-9C1F-996E92DBC6E8}"/>
              </a:ext>
            </a:extLst>
          </p:cNvPr>
          <p:cNvSpPr txBox="1"/>
          <p:nvPr/>
        </p:nvSpPr>
        <p:spPr>
          <a:xfrm>
            <a:off x="2429998" y="4599255"/>
            <a:ext cx="653335" cy="261610"/>
          </a:xfrm>
          <a:prstGeom prst="rect">
            <a:avLst/>
          </a:prstGeom>
          <a:noFill/>
          <a:ln>
            <a:noFill/>
          </a:ln>
        </p:spPr>
        <p:txBody>
          <a:bodyPr wrap="square" rtlCol="0">
            <a:spAutoFit/>
          </a:bodyPr>
          <a:lstStyle/>
          <a:p>
            <a:r>
              <a:rPr kumimoji="1" lang="ja-JP" altLang="en-US" sz="1100" b="1" dirty="0">
                <a:solidFill>
                  <a:srgbClr val="F74D5A"/>
                </a:solidFill>
              </a:rPr>
              <a:t>不整合</a:t>
            </a:r>
          </a:p>
        </p:txBody>
      </p:sp>
      <p:sp>
        <p:nvSpPr>
          <p:cNvPr id="82" name="矢印: 上下 81">
            <a:extLst>
              <a:ext uri="{FF2B5EF4-FFF2-40B4-BE49-F238E27FC236}">
                <a16:creationId xmlns:a16="http://schemas.microsoft.com/office/drawing/2014/main" id="{5C718BB9-3466-97FF-F7D0-EF92EFF41227}"/>
              </a:ext>
            </a:extLst>
          </p:cNvPr>
          <p:cNvSpPr/>
          <p:nvPr/>
        </p:nvSpPr>
        <p:spPr>
          <a:xfrm rot="16200000">
            <a:off x="3785911" y="5077022"/>
            <a:ext cx="203541" cy="604363"/>
          </a:xfrm>
          <a:prstGeom prst="upDownArrow">
            <a:avLst/>
          </a:prstGeom>
          <a:solidFill>
            <a:srgbClr val="F74D5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3" name="テキスト ボックス 82">
            <a:extLst>
              <a:ext uri="{FF2B5EF4-FFF2-40B4-BE49-F238E27FC236}">
                <a16:creationId xmlns:a16="http://schemas.microsoft.com/office/drawing/2014/main" id="{8DBE3FC3-8445-E419-B9C3-9CB878D35CD2}"/>
              </a:ext>
            </a:extLst>
          </p:cNvPr>
          <p:cNvSpPr txBox="1"/>
          <p:nvPr/>
        </p:nvSpPr>
        <p:spPr>
          <a:xfrm>
            <a:off x="4112878" y="5361509"/>
            <a:ext cx="653335" cy="261610"/>
          </a:xfrm>
          <a:prstGeom prst="rect">
            <a:avLst/>
          </a:prstGeom>
          <a:noFill/>
          <a:ln>
            <a:noFill/>
          </a:ln>
        </p:spPr>
        <p:txBody>
          <a:bodyPr wrap="square" rtlCol="0">
            <a:spAutoFit/>
          </a:bodyPr>
          <a:lstStyle/>
          <a:p>
            <a:r>
              <a:rPr kumimoji="1" lang="ja-JP" altLang="en-US" sz="1100" b="1" dirty="0">
                <a:solidFill>
                  <a:srgbClr val="F74D5A"/>
                </a:solidFill>
              </a:rPr>
              <a:t>不整合</a:t>
            </a:r>
          </a:p>
        </p:txBody>
      </p:sp>
      <p:sp>
        <p:nvSpPr>
          <p:cNvPr id="85" name="テキスト ボックス 84">
            <a:extLst>
              <a:ext uri="{FF2B5EF4-FFF2-40B4-BE49-F238E27FC236}">
                <a16:creationId xmlns:a16="http://schemas.microsoft.com/office/drawing/2014/main" id="{DBD06ADB-1068-8C49-760C-0588D8587EE7}"/>
              </a:ext>
            </a:extLst>
          </p:cNvPr>
          <p:cNvSpPr txBox="1"/>
          <p:nvPr/>
        </p:nvSpPr>
        <p:spPr>
          <a:xfrm>
            <a:off x="5086497" y="5361509"/>
            <a:ext cx="653335" cy="261610"/>
          </a:xfrm>
          <a:prstGeom prst="rect">
            <a:avLst/>
          </a:prstGeom>
          <a:noFill/>
          <a:ln>
            <a:noFill/>
          </a:ln>
        </p:spPr>
        <p:txBody>
          <a:bodyPr wrap="square" rtlCol="0">
            <a:spAutoFit/>
          </a:bodyPr>
          <a:lstStyle/>
          <a:p>
            <a:r>
              <a:rPr kumimoji="1" lang="ja-JP" altLang="en-US" sz="1100" b="1" dirty="0">
                <a:solidFill>
                  <a:srgbClr val="F74D5A"/>
                </a:solidFill>
              </a:rPr>
              <a:t>不足</a:t>
            </a:r>
          </a:p>
        </p:txBody>
      </p:sp>
      <p:sp>
        <p:nvSpPr>
          <p:cNvPr id="86" name="テキスト ボックス 85">
            <a:extLst>
              <a:ext uri="{FF2B5EF4-FFF2-40B4-BE49-F238E27FC236}">
                <a16:creationId xmlns:a16="http://schemas.microsoft.com/office/drawing/2014/main" id="{FC71EE9B-F3F6-C896-44E2-2C6BCE0AD236}"/>
              </a:ext>
            </a:extLst>
          </p:cNvPr>
          <p:cNvSpPr txBox="1"/>
          <p:nvPr/>
        </p:nvSpPr>
        <p:spPr>
          <a:xfrm>
            <a:off x="5870643" y="3800104"/>
            <a:ext cx="4906856" cy="1323439"/>
          </a:xfrm>
          <a:prstGeom prst="rect">
            <a:avLst/>
          </a:prstGeom>
          <a:noFill/>
        </p:spPr>
        <p:txBody>
          <a:bodyPr wrap="square" rtlCol="0">
            <a:spAutoFit/>
          </a:bodyPr>
          <a:lstStyle/>
          <a:p>
            <a:r>
              <a:rPr kumimoji="1" lang="ja-JP" altLang="en-US" sz="1600" dirty="0">
                <a:solidFill>
                  <a:schemeClr val="tx2">
                    <a:lumMod val="75000"/>
                  </a:schemeClr>
                </a:solidFill>
              </a:rPr>
              <a:t>デジタルデータを活用した</a:t>
            </a:r>
            <a:r>
              <a:rPr lang="ja-JP" altLang="en-US" sz="1600" dirty="0">
                <a:solidFill>
                  <a:schemeClr val="tx2">
                    <a:lumMod val="75000"/>
                  </a:schemeClr>
                </a:solidFill>
              </a:rPr>
              <a:t>、</a:t>
            </a:r>
            <a:endParaRPr lang="en-US" altLang="ja-JP" sz="1600" dirty="0">
              <a:solidFill>
                <a:schemeClr val="tx2">
                  <a:lumMod val="75000"/>
                </a:schemeClr>
              </a:solidFill>
            </a:endParaRPr>
          </a:p>
          <a:p>
            <a:r>
              <a:rPr kumimoji="1" lang="ja-JP" altLang="en-US" sz="1600" dirty="0">
                <a:solidFill>
                  <a:schemeClr val="tx2">
                    <a:lumMod val="75000"/>
                  </a:schemeClr>
                </a:solidFill>
              </a:rPr>
              <a:t>　・</a:t>
            </a:r>
            <a:r>
              <a:rPr kumimoji="1" lang="ja-JP" altLang="en-US" sz="1600" dirty="0">
                <a:solidFill>
                  <a:schemeClr val="accent1"/>
                </a:solidFill>
              </a:rPr>
              <a:t>検証</a:t>
            </a:r>
            <a:r>
              <a:rPr lang="ja-JP" altLang="en-US" sz="1600" dirty="0">
                <a:solidFill>
                  <a:schemeClr val="tx2">
                    <a:lumMod val="75000"/>
                  </a:schemeClr>
                </a:solidFill>
              </a:rPr>
              <a:t> → </a:t>
            </a:r>
            <a:r>
              <a:rPr kumimoji="1" lang="ja-JP" altLang="en-US" sz="1600" dirty="0">
                <a:solidFill>
                  <a:schemeClr val="tx2">
                    <a:lumMod val="75000"/>
                  </a:schemeClr>
                </a:solidFill>
              </a:rPr>
              <a:t>不整合の検出</a:t>
            </a:r>
            <a:endParaRPr kumimoji="1" lang="en-US" altLang="ja-JP" sz="1600" dirty="0">
              <a:solidFill>
                <a:schemeClr val="tx2">
                  <a:lumMod val="75000"/>
                </a:schemeClr>
              </a:solidFill>
            </a:endParaRPr>
          </a:p>
          <a:p>
            <a:r>
              <a:rPr lang="ja-JP" altLang="en-US" sz="1600" dirty="0">
                <a:solidFill>
                  <a:schemeClr val="tx2">
                    <a:lumMod val="75000"/>
                  </a:schemeClr>
                </a:solidFill>
              </a:rPr>
              <a:t>　・</a:t>
            </a:r>
            <a:r>
              <a:rPr lang="ja-JP" altLang="en-US" sz="1600" dirty="0">
                <a:solidFill>
                  <a:schemeClr val="accent1"/>
                </a:solidFill>
              </a:rPr>
              <a:t>俯瞰</a:t>
            </a:r>
            <a:r>
              <a:rPr lang="ja-JP" altLang="en-US" sz="1600" dirty="0">
                <a:solidFill>
                  <a:schemeClr val="tx2">
                    <a:lumMod val="75000"/>
                  </a:schemeClr>
                </a:solidFill>
              </a:rPr>
              <a:t>　→ アーキの共有・認知</a:t>
            </a:r>
            <a:endParaRPr lang="en-US" altLang="ja-JP" sz="1600" dirty="0">
              <a:solidFill>
                <a:schemeClr val="tx2">
                  <a:lumMod val="75000"/>
                </a:schemeClr>
              </a:solidFill>
            </a:endParaRPr>
          </a:p>
          <a:p>
            <a:r>
              <a:rPr lang="ja-JP" altLang="en-US" sz="1600" dirty="0">
                <a:solidFill>
                  <a:schemeClr val="tx2">
                    <a:lumMod val="75000"/>
                  </a:schemeClr>
                </a:solidFill>
              </a:rPr>
              <a:t>　・</a:t>
            </a:r>
            <a:r>
              <a:rPr lang="ja-JP" altLang="en-US" sz="1600" dirty="0">
                <a:solidFill>
                  <a:schemeClr val="accent1"/>
                </a:solidFill>
              </a:rPr>
              <a:t>影響範囲分析 </a:t>
            </a:r>
            <a:r>
              <a:rPr lang="ja-JP" altLang="en-US" sz="1600" dirty="0">
                <a:solidFill>
                  <a:schemeClr val="tx2">
                    <a:lumMod val="75000"/>
                  </a:schemeClr>
                </a:solidFill>
              </a:rPr>
              <a:t>→ アーキの維持</a:t>
            </a:r>
            <a:endParaRPr lang="en-US" altLang="ja-JP" sz="1600" dirty="0">
              <a:solidFill>
                <a:schemeClr val="tx2">
                  <a:lumMod val="75000"/>
                </a:schemeClr>
              </a:solidFill>
            </a:endParaRPr>
          </a:p>
          <a:p>
            <a:r>
              <a:rPr lang="ja-JP" altLang="en-US" sz="1600" dirty="0">
                <a:solidFill>
                  <a:schemeClr val="tx2">
                    <a:lumMod val="75000"/>
                  </a:schemeClr>
                </a:solidFill>
              </a:rPr>
              <a:t>を支える環境を構築し、アーキベースの開発の土台とする。</a:t>
            </a:r>
            <a:endParaRPr lang="en-US" altLang="ja-JP" sz="1600" dirty="0">
              <a:solidFill>
                <a:schemeClr val="tx2">
                  <a:lumMod val="75000"/>
                </a:schemeClr>
              </a:solidFill>
            </a:endParaRPr>
          </a:p>
        </p:txBody>
      </p:sp>
      <p:sp>
        <p:nvSpPr>
          <p:cNvPr id="16" name="テキスト ボックス 15">
            <a:extLst>
              <a:ext uri="{FF2B5EF4-FFF2-40B4-BE49-F238E27FC236}">
                <a16:creationId xmlns:a16="http://schemas.microsoft.com/office/drawing/2014/main" id="{B24F2894-C061-CB3B-A355-02B6125E05F1}"/>
              </a:ext>
            </a:extLst>
          </p:cNvPr>
          <p:cNvSpPr txBox="1"/>
          <p:nvPr/>
        </p:nvSpPr>
        <p:spPr>
          <a:xfrm>
            <a:off x="5413163" y="852486"/>
            <a:ext cx="5942293" cy="1569660"/>
          </a:xfrm>
          <a:prstGeom prst="rect">
            <a:avLst/>
          </a:prstGeom>
          <a:noFill/>
        </p:spPr>
        <p:txBody>
          <a:bodyPr wrap="square" rtlCol="0">
            <a:spAutoFit/>
          </a:bodyPr>
          <a:lstStyle/>
          <a:p>
            <a:r>
              <a:rPr lang="en-US" altLang="ja-JP" sz="1600" dirty="0">
                <a:solidFill>
                  <a:schemeClr val="tx2">
                    <a:lumMod val="75000"/>
                  </a:schemeClr>
                </a:solidFill>
              </a:rPr>
              <a:t>TODO</a:t>
            </a:r>
            <a:r>
              <a:rPr lang="ja-JP" altLang="en-US" sz="1600" dirty="0">
                <a:solidFill>
                  <a:schemeClr val="tx2">
                    <a:lumMod val="75000"/>
                  </a:schemeClr>
                </a:solidFill>
              </a:rPr>
              <a:t>：伝えたかったことを、絵で足りないなら言葉で説明する</a:t>
            </a:r>
            <a:endParaRPr lang="en-US" altLang="ja-JP" sz="1600" dirty="0">
              <a:solidFill>
                <a:schemeClr val="tx2">
                  <a:lumMod val="75000"/>
                </a:schemeClr>
              </a:solidFill>
            </a:endParaRPr>
          </a:p>
          <a:p>
            <a:r>
              <a:rPr lang="ja-JP" altLang="en-US" sz="1600" dirty="0">
                <a:solidFill>
                  <a:schemeClr val="tx2">
                    <a:lumMod val="75000"/>
                  </a:schemeClr>
                </a:solidFill>
              </a:rPr>
              <a:t>　・菊池さんがアーキテクチャを</a:t>
            </a:r>
            <a:r>
              <a:rPr lang="en-US" altLang="ja-JP" sz="1600" dirty="0">
                <a:solidFill>
                  <a:schemeClr val="tx2">
                    <a:lumMod val="75000"/>
                  </a:schemeClr>
                </a:solidFill>
              </a:rPr>
              <a:t>ND</a:t>
            </a:r>
            <a:r>
              <a:rPr lang="ja-JP" altLang="en-US" sz="1600" dirty="0">
                <a:solidFill>
                  <a:schemeClr val="tx2">
                    <a:lumMod val="75000"/>
                  </a:schemeClr>
                </a:solidFill>
              </a:rPr>
              <a:t>で作っていることが知れた</a:t>
            </a:r>
            <a:endParaRPr lang="en-US" altLang="ja-JP" sz="1600" dirty="0">
              <a:solidFill>
                <a:schemeClr val="tx2">
                  <a:lumMod val="75000"/>
                </a:schemeClr>
              </a:solidFill>
            </a:endParaRPr>
          </a:p>
          <a:p>
            <a:r>
              <a:rPr lang="ja-JP" altLang="en-US" sz="1600" dirty="0">
                <a:solidFill>
                  <a:schemeClr val="tx2">
                    <a:lumMod val="75000"/>
                  </a:schemeClr>
                </a:solidFill>
              </a:rPr>
              <a:t>　・これからマージをしていき、そこで不整合が懸念されていることが見えた</a:t>
            </a:r>
            <a:endParaRPr lang="en-US" altLang="ja-JP" sz="1600" dirty="0">
              <a:solidFill>
                <a:schemeClr val="tx2">
                  <a:lumMod val="75000"/>
                </a:schemeClr>
              </a:solidFill>
            </a:endParaRPr>
          </a:p>
          <a:p>
            <a:endParaRPr lang="en-US" altLang="ja-JP" sz="1600" dirty="0">
              <a:solidFill>
                <a:schemeClr val="tx2">
                  <a:lumMod val="75000"/>
                </a:schemeClr>
              </a:solidFill>
            </a:endParaRPr>
          </a:p>
          <a:p>
            <a:r>
              <a:rPr lang="ja-JP" altLang="en-US" sz="1600" dirty="0">
                <a:solidFill>
                  <a:schemeClr val="tx2">
                    <a:lumMod val="75000"/>
                  </a:schemeClr>
                </a:solidFill>
              </a:rPr>
              <a:t>問題の所在が分かっているところにフォーカスする。</a:t>
            </a:r>
            <a:endParaRPr lang="en-US" altLang="ja-JP" sz="1600" dirty="0">
              <a:solidFill>
                <a:schemeClr val="tx2">
                  <a:lumMod val="75000"/>
                </a:schemeClr>
              </a:solidFill>
            </a:endParaRPr>
          </a:p>
          <a:p>
            <a:r>
              <a:rPr lang="en-US" altLang="ja-JP" sz="1600" dirty="0">
                <a:solidFill>
                  <a:schemeClr val="tx2">
                    <a:lumMod val="75000"/>
                  </a:schemeClr>
                </a:solidFill>
              </a:rPr>
              <a:t>ND</a:t>
            </a:r>
            <a:r>
              <a:rPr lang="ja-JP" altLang="en-US" sz="1600" dirty="0">
                <a:solidFill>
                  <a:schemeClr val="tx2">
                    <a:lumMod val="75000"/>
                  </a:schemeClr>
                </a:solidFill>
              </a:rPr>
              <a:t>によるデジタル化の効果が狙えそうなので、ここで実績を出す</a:t>
            </a:r>
            <a:endParaRPr lang="en-US" altLang="ja-JP" sz="1600" dirty="0">
              <a:solidFill>
                <a:schemeClr val="tx2">
                  <a:lumMod val="75000"/>
                </a:schemeClr>
              </a:solidFill>
            </a:endParaRPr>
          </a:p>
        </p:txBody>
      </p:sp>
      <p:sp>
        <p:nvSpPr>
          <p:cNvPr id="19" name="テキスト ボックス 18">
            <a:extLst>
              <a:ext uri="{FF2B5EF4-FFF2-40B4-BE49-F238E27FC236}">
                <a16:creationId xmlns:a16="http://schemas.microsoft.com/office/drawing/2014/main" id="{D3AD7975-56AC-0847-A7D9-20EB292F1FCF}"/>
              </a:ext>
            </a:extLst>
          </p:cNvPr>
          <p:cNvSpPr txBox="1"/>
          <p:nvPr/>
        </p:nvSpPr>
        <p:spPr>
          <a:xfrm>
            <a:off x="5995579" y="5160298"/>
            <a:ext cx="4906856" cy="1077218"/>
          </a:xfrm>
          <a:prstGeom prst="rect">
            <a:avLst/>
          </a:prstGeom>
          <a:noFill/>
        </p:spPr>
        <p:txBody>
          <a:bodyPr wrap="square" rtlCol="0">
            <a:spAutoFit/>
          </a:bodyPr>
          <a:lstStyle/>
          <a:p>
            <a:r>
              <a:rPr lang="ja-JP" altLang="en-US" sz="1600" dirty="0">
                <a:solidFill>
                  <a:schemeClr val="tx2">
                    <a:lumMod val="75000"/>
                  </a:schemeClr>
                </a:solidFill>
              </a:rPr>
              <a:t>ここは</a:t>
            </a:r>
            <a:r>
              <a:rPr lang="en-US" altLang="ja-JP" sz="1600" dirty="0">
                <a:solidFill>
                  <a:schemeClr val="tx2">
                    <a:lumMod val="75000"/>
                  </a:schemeClr>
                </a:solidFill>
              </a:rPr>
              <a:t>ND</a:t>
            </a:r>
            <a:r>
              <a:rPr lang="ja-JP" altLang="en-US" sz="1600" dirty="0">
                <a:solidFill>
                  <a:schemeClr val="tx2">
                    <a:lumMod val="75000"/>
                  </a:schemeClr>
                </a:solidFill>
              </a:rPr>
              <a:t>、ここは</a:t>
            </a:r>
            <a:r>
              <a:rPr lang="en-US" altLang="ja-JP" sz="1600" dirty="0">
                <a:solidFill>
                  <a:schemeClr val="tx2">
                    <a:lumMod val="75000"/>
                  </a:schemeClr>
                </a:solidFill>
              </a:rPr>
              <a:t>LITENIX</a:t>
            </a:r>
            <a:r>
              <a:rPr lang="ja-JP" altLang="en-US" sz="1600" dirty="0">
                <a:solidFill>
                  <a:schemeClr val="tx2">
                    <a:lumMod val="75000"/>
                  </a:schemeClr>
                </a:solidFill>
              </a:rPr>
              <a:t>で、</a:t>
            </a:r>
            <a:endParaRPr lang="en-US" altLang="ja-JP" sz="1600" dirty="0">
              <a:solidFill>
                <a:schemeClr val="tx2">
                  <a:lumMod val="75000"/>
                </a:schemeClr>
              </a:solidFill>
            </a:endParaRPr>
          </a:p>
          <a:p>
            <a:r>
              <a:rPr lang="ja-JP" altLang="en-US" sz="1600" dirty="0">
                <a:solidFill>
                  <a:schemeClr val="tx2">
                    <a:lumMod val="75000"/>
                  </a:schemeClr>
                </a:solidFill>
              </a:rPr>
              <a:t>　・探せる・見つかる（アーキから関係資料、アーキから検証→検証資料、アーキ→要求の箱モデル→資料）</a:t>
            </a:r>
            <a:endParaRPr lang="en-US" altLang="ja-JP" sz="1600" dirty="0">
              <a:solidFill>
                <a:schemeClr val="tx2">
                  <a:lumMod val="75000"/>
                </a:schemeClr>
              </a:solidFill>
            </a:endParaRPr>
          </a:p>
          <a:p>
            <a:r>
              <a:rPr lang="ja-JP" altLang="en-US" sz="1600" dirty="0">
                <a:solidFill>
                  <a:schemeClr val="tx2">
                    <a:lumMod val="75000"/>
                  </a:schemeClr>
                </a:solidFill>
              </a:rPr>
              <a:t>　・使える → </a:t>
            </a:r>
            <a:endParaRPr lang="en-US" altLang="ja-JP" sz="1600" dirty="0">
              <a:solidFill>
                <a:schemeClr val="tx2">
                  <a:lumMod val="75000"/>
                </a:schemeClr>
              </a:solidFill>
            </a:endParaRPr>
          </a:p>
        </p:txBody>
      </p:sp>
    </p:spTree>
    <p:extLst>
      <p:ext uri="{BB962C8B-B14F-4D97-AF65-F5344CB8AC3E}">
        <p14:creationId xmlns:p14="http://schemas.microsoft.com/office/powerpoint/2010/main" val="12873732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BF60F3C-9063-29F8-AA0B-987F7ABA5D17}"/>
              </a:ext>
            </a:extLst>
          </p:cNvPr>
          <p:cNvSpPr>
            <a:spLocks noGrp="1"/>
          </p:cNvSpPr>
          <p:nvPr>
            <p:ph type="title"/>
          </p:nvPr>
        </p:nvSpPr>
        <p:spPr>
          <a:xfrm>
            <a:off x="0" y="264004"/>
            <a:ext cx="12203113" cy="371819"/>
          </a:xfrm>
        </p:spPr>
        <p:txBody>
          <a:bodyPr>
            <a:normAutofit fontScale="90000"/>
          </a:bodyPr>
          <a:lstStyle/>
          <a:p>
            <a:r>
              <a:rPr lang="ja-JP" altLang="en-US" dirty="0">
                <a:latin typeface="Meiryo UI" panose="020B0604030504040204" pitchFamily="50" charset="-128"/>
                <a:ea typeface="Meiryo UI" panose="020B0604030504040204" pitchFamily="50" charset="-128"/>
              </a:rPr>
              <a:t> 活動方針・スケジュール案</a:t>
            </a:r>
            <a:r>
              <a:rPr lang="en-US" altLang="ja-JP" dirty="0">
                <a:latin typeface="Meiryo UI" panose="020B0604030504040204" pitchFamily="50" charset="-128"/>
                <a:ea typeface="Meiryo UI" panose="020B0604030504040204" pitchFamily="50" charset="-128"/>
              </a:rPr>
              <a:t>(1/9</a:t>
            </a:r>
            <a:r>
              <a:rPr lang="ja-JP" altLang="en-US" dirty="0">
                <a:latin typeface="Meiryo UI" panose="020B0604030504040204" pitchFamily="50" charset="-128"/>
                <a:ea typeface="Meiryo UI" panose="020B0604030504040204" pitchFamily="50" charset="-128"/>
              </a:rPr>
              <a:t>時点</a:t>
            </a:r>
            <a:r>
              <a:rPr lang="en-US" altLang="ja-JP" dirty="0">
                <a:latin typeface="Meiryo UI" panose="020B0604030504040204" pitchFamily="50" charset="-128"/>
                <a:ea typeface="Meiryo UI" panose="020B0604030504040204" pitchFamily="50" charset="-128"/>
              </a:rPr>
              <a:t>)</a:t>
            </a:r>
            <a:endParaRPr kumimoji="1" lang="ja-JP" altLang="en-US" dirty="0">
              <a:latin typeface="Meiryo UI" panose="020B0604030504040204" pitchFamily="50" charset="-128"/>
              <a:ea typeface="Meiryo UI" panose="020B0604030504040204" pitchFamily="50" charset="-128"/>
            </a:endParaRPr>
          </a:p>
        </p:txBody>
      </p:sp>
      <p:sp>
        <p:nvSpPr>
          <p:cNvPr id="4" name="スライド番号プレースホルダー 3">
            <a:extLst>
              <a:ext uri="{FF2B5EF4-FFF2-40B4-BE49-F238E27FC236}">
                <a16:creationId xmlns:a16="http://schemas.microsoft.com/office/drawing/2014/main" id="{38D8C443-402F-F282-DB0A-FAA82B3EFC45}"/>
              </a:ext>
            </a:extLst>
          </p:cNvPr>
          <p:cNvSpPr>
            <a:spLocks noGrp="1"/>
          </p:cNvSpPr>
          <p:nvPr>
            <p:ph type="sldNum" sz="quarter" idx="4"/>
          </p:nvPr>
        </p:nvSpPr>
        <p:spPr>
          <a:xfrm>
            <a:off x="10981038" y="6389169"/>
            <a:ext cx="974124" cy="365125"/>
          </a:xfrm>
          <a:prstGeom prst="rect">
            <a:avLst/>
          </a:prstGeom>
        </p:spPr>
        <p:txBody>
          <a:bodyPr vert="horz" lIns="91440" tIns="45720" rIns="91440" bIns="45720" rtlCol="0" anchor="ctr"/>
          <a:lstStyle>
            <a:defPPr>
              <a:defRPr lang="ja-JP"/>
            </a:defPPr>
            <a:lvl1pPr marL="0" algn="r" defTabSz="914400" rtl="0" eaLnBrk="1" latinLnBrk="0" hangingPunct="1">
              <a:defRPr kumimoji="1" sz="1200" kern="1200">
                <a:solidFill>
                  <a:schemeClr val="bg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735A7A7C-BEC2-C94F-A7A0-F0086A0BE3BB}" type="slidenum">
              <a:rPr lang="ja-JP" altLang="en-US" smtClean="0"/>
              <a:pPr/>
              <a:t>9</a:t>
            </a:fld>
            <a:endParaRPr lang="ja-JP" altLang="en-US"/>
          </a:p>
        </p:txBody>
      </p:sp>
      <p:sp>
        <p:nvSpPr>
          <p:cNvPr id="5" name="フッター プレースホルダー 4">
            <a:extLst>
              <a:ext uri="{FF2B5EF4-FFF2-40B4-BE49-F238E27FC236}">
                <a16:creationId xmlns:a16="http://schemas.microsoft.com/office/drawing/2014/main" id="{394B5D0F-7032-676B-76D3-2AD731B3921C}"/>
              </a:ext>
            </a:extLst>
          </p:cNvPr>
          <p:cNvSpPr>
            <a:spLocks noGrp="1"/>
          </p:cNvSpPr>
          <p:nvPr>
            <p:ph type="ftr" sz="quarter" idx="3"/>
          </p:nvPr>
        </p:nvSpPr>
        <p:spPr>
          <a:xfrm>
            <a:off x="1821991" y="6362236"/>
            <a:ext cx="6338841" cy="365463"/>
          </a:xfrm>
        </p:spPr>
        <p:txBody>
          <a:bodyPr/>
          <a:lstStyle/>
          <a:p>
            <a:r>
              <a:rPr lang="ja-JP" altLang="en-US" sz="1000" dirty="0"/>
              <a:t>設計成果デジタル化の軽量運用企画</a:t>
            </a:r>
            <a:r>
              <a:rPr lang="ja-JP" altLang="en-US" dirty="0"/>
              <a:t>　／　株式会社デンソークリエイト</a:t>
            </a:r>
            <a:endParaRPr lang="en-US" altLang="ja-JP" dirty="0"/>
          </a:p>
          <a:p>
            <a:r>
              <a:rPr lang="en-US" altLang="ja-JP" sz="1050" dirty="0"/>
              <a:t>@ DENSO CREATE INC. ALL RIGHTS RESERVED</a:t>
            </a:r>
            <a:endParaRPr lang="ja-JP" altLang="en-US" sz="1050" dirty="0"/>
          </a:p>
        </p:txBody>
      </p:sp>
      <p:pic>
        <p:nvPicPr>
          <p:cNvPr id="6" name="図 5">
            <a:extLst>
              <a:ext uri="{FF2B5EF4-FFF2-40B4-BE49-F238E27FC236}">
                <a16:creationId xmlns:a16="http://schemas.microsoft.com/office/drawing/2014/main" id="{11CEDE77-6B80-9899-24AE-D05F9C6CE17B}"/>
              </a:ext>
            </a:extLst>
          </p:cNvPr>
          <p:cNvPicPr>
            <a:picLocks noChangeAspect="1"/>
          </p:cNvPicPr>
          <p:nvPr/>
        </p:nvPicPr>
        <p:blipFill>
          <a:blip r:embed="rId2"/>
          <a:stretch>
            <a:fillRect/>
          </a:stretch>
        </p:blipFill>
        <p:spPr>
          <a:xfrm>
            <a:off x="530135" y="1752571"/>
            <a:ext cx="10886802" cy="4393451"/>
          </a:xfrm>
          <a:prstGeom prst="rect">
            <a:avLst/>
          </a:prstGeom>
        </p:spPr>
      </p:pic>
      <p:sp>
        <p:nvSpPr>
          <p:cNvPr id="7" name="テキスト ボックス 6">
            <a:extLst>
              <a:ext uri="{FF2B5EF4-FFF2-40B4-BE49-F238E27FC236}">
                <a16:creationId xmlns:a16="http://schemas.microsoft.com/office/drawing/2014/main" id="{611FA5CE-B877-7C0B-F82B-740FA809F907}"/>
              </a:ext>
            </a:extLst>
          </p:cNvPr>
          <p:cNvSpPr txBox="1"/>
          <p:nvPr/>
        </p:nvSpPr>
        <p:spPr>
          <a:xfrm>
            <a:off x="530134" y="727974"/>
            <a:ext cx="7073824" cy="954107"/>
          </a:xfrm>
          <a:prstGeom prst="rect">
            <a:avLst/>
          </a:prstGeom>
          <a:solidFill>
            <a:schemeClr val="bg1">
              <a:lumMod val="95000"/>
              <a:alpha val="70000"/>
            </a:schemeClr>
          </a:solidFill>
          <a:ln w="12700">
            <a:solidFill>
              <a:schemeClr val="accent1"/>
            </a:solidFill>
          </a:ln>
        </p:spPr>
        <p:txBody>
          <a:bodyPr wrap="square" rtlCol="0">
            <a:spAutoFit/>
          </a:bodyPr>
          <a:lstStyle/>
          <a:p>
            <a:pPr>
              <a:defRPr/>
            </a:pPr>
            <a:r>
              <a:rPr kumimoji="0" lang="ja-JP" altLang="en-US" sz="1100" b="1" i="0" u="sng" strike="noStrike" kern="0" cap="none" spc="0" normalizeH="0" baseline="0" noProof="0" dirty="0">
                <a:ln>
                  <a:noFill/>
                </a:ln>
                <a:solidFill>
                  <a:srgbClr val="334553"/>
                </a:solidFill>
                <a:effectLst/>
                <a:uLnTx/>
                <a:uFillTx/>
              </a:rPr>
              <a:t>方針</a:t>
            </a:r>
            <a:endParaRPr kumimoji="0" lang="en-US" altLang="ja-JP" sz="1100" b="1" i="0" u="sng" strike="noStrike" kern="0" cap="none" spc="0" normalizeH="0" baseline="0" noProof="0" dirty="0">
              <a:ln>
                <a:noFill/>
              </a:ln>
              <a:solidFill>
                <a:srgbClr val="334553"/>
              </a:solidFill>
              <a:effectLst/>
              <a:uLnTx/>
              <a:uFillTx/>
            </a:endParaRPr>
          </a:p>
          <a:p>
            <a:pPr>
              <a:defRPr/>
            </a:pPr>
            <a:endParaRPr kumimoji="0" lang="en-US" altLang="ja-JP" sz="500" b="1" i="0" u="sng" strike="noStrike" kern="0" cap="none" spc="0" normalizeH="0" baseline="0" noProof="0" dirty="0">
              <a:ln>
                <a:noFill/>
              </a:ln>
              <a:solidFill>
                <a:srgbClr val="334553"/>
              </a:solidFill>
              <a:effectLst/>
              <a:uLnTx/>
              <a:uFillTx/>
            </a:endParaRPr>
          </a:p>
          <a:p>
            <a:pPr marL="342900" indent="-342900">
              <a:buFont typeface="+mj-ea"/>
              <a:buAutoNum type="circleNumDbPlain"/>
              <a:defRPr/>
            </a:pPr>
            <a:r>
              <a:rPr kumimoji="0" lang="ja-JP" altLang="en-US" sz="1000" b="0" i="0" u="none" strike="noStrike" kern="0" cap="none" spc="0" normalizeH="0" baseline="0" noProof="0" dirty="0">
                <a:ln>
                  <a:noFill/>
                </a:ln>
                <a:solidFill>
                  <a:srgbClr val="334553"/>
                </a:solidFill>
                <a:effectLst/>
                <a:uLnTx/>
                <a:uFillTx/>
              </a:rPr>
              <a:t>軽量デジタル化システムを利用して、</a:t>
            </a:r>
            <a:r>
              <a:rPr kumimoji="0" lang="en-US" altLang="ja-JP" sz="1000" b="0" i="0" u="none" strike="noStrike" kern="0" cap="none" spc="0" normalizeH="0" baseline="0" noProof="0" dirty="0">
                <a:ln>
                  <a:noFill/>
                </a:ln>
                <a:solidFill>
                  <a:srgbClr val="334553"/>
                </a:solidFill>
                <a:effectLst/>
                <a:uLnTx/>
                <a:uFillTx/>
              </a:rPr>
              <a:t> </a:t>
            </a:r>
            <a:r>
              <a:rPr kumimoji="0" lang="en-US" altLang="ja-JP" sz="1000" i="0" u="none" strike="noStrike" kern="0" cap="none" spc="0" normalizeH="0" baseline="0" noProof="0" dirty="0">
                <a:ln>
                  <a:noFill/>
                </a:ln>
                <a:solidFill>
                  <a:srgbClr val="F74D5A"/>
                </a:solidFill>
                <a:effectLst/>
                <a:uLnTx/>
                <a:uFillTx/>
              </a:rPr>
              <a:t>MRN</a:t>
            </a:r>
            <a:r>
              <a:rPr kumimoji="0" lang="ja-JP" altLang="en-US" sz="1000" i="0" u="none" strike="noStrike" kern="0" cap="none" spc="0" normalizeH="0" baseline="0" noProof="0" dirty="0">
                <a:ln>
                  <a:noFill/>
                </a:ln>
                <a:solidFill>
                  <a:srgbClr val="F74D5A"/>
                </a:solidFill>
                <a:effectLst/>
                <a:uLnTx/>
                <a:uFillTx/>
              </a:rPr>
              <a:t>現場の設計情報を</a:t>
            </a:r>
            <a:r>
              <a:rPr kumimoji="0" lang="en-US" altLang="ja-JP" sz="1000" i="0" u="none" strike="noStrike" kern="0" cap="none" spc="0" normalizeH="0" baseline="0" noProof="0" dirty="0">
                <a:ln>
                  <a:noFill/>
                </a:ln>
                <a:solidFill>
                  <a:srgbClr val="F74D5A"/>
                </a:solidFill>
                <a:effectLst/>
                <a:uLnTx/>
                <a:uFillTx/>
              </a:rPr>
              <a:t>DC</a:t>
            </a:r>
            <a:r>
              <a:rPr kumimoji="0" lang="ja-JP" altLang="en-US" sz="1000" i="0" u="none" strike="noStrike" kern="0" cap="none" spc="0" normalizeH="0" baseline="0" noProof="0" dirty="0">
                <a:ln>
                  <a:noFill/>
                </a:ln>
                <a:solidFill>
                  <a:srgbClr val="F74D5A"/>
                </a:solidFill>
                <a:effectLst/>
                <a:uLnTx/>
                <a:uFillTx/>
              </a:rPr>
              <a:t>と共有</a:t>
            </a:r>
            <a:endParaRPr kumimoji="0" lang="en-US" altLang="ja-JP" sz="1000" i="0" u="none" strike="noStrike" kern="0" cap="none" spc="0" normalizeH="0" baseline="0" noProof="0" dirty="0">
              <a:ln>
                <a:noFill/>
              </a:ln>
              <a:solidFill>
                <a:srgbClr val="F74D5A"/>
              </a:solidFill>
              <a:effectLst/>
              <a:uLnTx/>
              <a:uFillTx/>
            </a:endParaRPr>
          </a:p>
          <a:p>
            <a:pPr marL="342900" indent="-342900">
              <a:buFont typeface="+mj-ea"/>
              <a:buAutoNum type="circleNumDbPlain"/>
              <a:defRPr/>
            </a:pPr>
            <a:endParaRPr kumimoji="0" lang="en-US" altLang="ja-JP" sz="500" kern="0" dirty="0">
              <a:solidFill>
                <a:srgbClr val="334553"/>
              </a:solidFill>
            </a:endParaRPr>
          </a:p>
          <a:p>
            <a:pPr marL="342900" indent="-342900">
              <a:buFont typeface="+mj-ea"/>
              <a:buAutoNum type="circleNumDbPlain"/>
              <a:defRPr/>
            </a:pPr>
            <a:r>
              <a:rPr kumimoji="0" lang="ja-JP" altLang="en-US" sz="1000" kern="0" dirty="0">
                <a:solidFill>
                  <a:srgbClr val="334553"/>
                </a:solidFill>
              </a:rPr>
              <a:t>①の</a:t>
            </a:r>
            <a:r>
              <a:rPr kumimoji="0" lang="ja-JP" altLang="en-US" sz="1000" kern="0" dirty="0">
                <a:solidFill>
                  <a:srgbClr val="F74D5A"/>
                </a:solidFill>
              </a:rPr>
              <a:t>設計情報を</a:t>
            </a:r>
            <a:r>
              <a:rPr kumimoji="0" lang="en-US" altLang="ja-JP" sz="1000" kern="0" dirty="0">
                <a:solidFill>
                  <a:srgbClr val="F74D5A"/>
                </a:solidFill>
              </a:rPr>
              <a:t>DC</a:t>
            </a:r>
            <a:r>
              <a:rPr kumimoji="0" lang="ja-JP" altLang="en-US" sz="1000" kern="0" dirty="0">
                <a:solidFill>
                  <a:srgbClr val="F74D5A"/>
                </a:solidFill>
              </a:rPr>
              <a:t>で分析・レポート</a:t>
            </a:r>
            <a:r>
              <a:rPr kumimoji="0" lang="ja-JP" altLang="en-US" sz="1000" kern="0" dirty="0">
                <a:solidFill>
                  <a:srgbClr val="334553"/>
                </a:solidFill>
              </a:rPr>
              <a:t>し、</a:t>
            </a:r>
            <a:r>
              <a:rPr kumimoji="0" lang="ja-JP" altLang="en-US" sz="1000" b="0" i="0" u="none" strike="noStrike" kern="0" cap="none" spc="0" normalizeH="0" baseline="0" noProof="0" dirty="0">
                <a:ln>
                  <a:noFill/>
                </a:ln>
                <a:solidFill>
                  <a:srgbClr val="334553"/>
                </a:solidFill>
                <a:effectLst/>
                <a:uLnTx/>
                <a:uFillTx/>
              </a:rPr>
              <a:t>現場の</a:t>
            </a:r>
            <a:r>
              <a:rPr kumimoji="0" lang="ja-JP" altLang="en-US" sz="1000" kern="0" dirty="0">
                <a:solidFill>
                  <a:srgbClr val="334553"/>
                </a:solidFill>
              </a:rPr>
              <a:t>認知促進 </a:t>
            </a:r>
            <a:r>
              <a:rPr kumimoji="0" lang="en-US" altLang="ja-JP" sz="1000" kern="0" dirty="0">
                <a:solidFill>
                  <a:srgbClr val="334553"/>
                </a:solidFill>
              </a:rPr>
              <a:t>&amp;</a:t>
            </a:r>
            <a:r>
              <a:rPr kumimoji="0" lang="ja-JP" altLang="en-US" sz="1000" kern="0" dirty="0">
                <a:solidFill>
                  <a:srgbClr val="334553"/>
                </a:solidFill>
              </a:rPr>
              <a:t> 改善提案</a:t>
            </a:r>
            <a:endParaRPr kumimoji="0" lang="en-US" altLang="ja-JP" sz="1000" kern="0" dirty="0">
              <a:solidFill>
                <a:srgbClr val="334553"/>
              </a:solidFill>
            </a:endParaRPr>
          </a:p>
          <a:p>
            <a:pPr marL="342900" indent="-342900">
              <a:buFont typeface="+mj-ea"/>
              <a:buAutoNum type="circleNumDbPlain"/>
              <a:defRPr/>
            </a:pPr>
            <a:endParaRPr kumimoji="0" lang="en-US" altLang="ja-JP" sz="500" kern="0" dirty="0">
              <a:solidFill>
                <a:srgbClr val="334553"/>
              </a:solidFill>
            </a:endParaRPr>
          </a:p>
          <a:p>
            <a:pPr marL="342900" indent="-342900">
              <a:buFont typeface="+mj-ea"/>
              <a:buAutoNum type="circleNumDbPlain"/>
              <a:defRPr/>
            </a:pPr>
            <a:r>
              <a:rPr kumimoji="0" lang="ja-JP" altLang="en-US" sz="1000" kern="0" dirty="0">
                <a:solidFill>
                  <a:srgbClr val="334553"/>
                </a:solidFill>
              </a:rPr>
              <a:t>①と②の繰り返しを通して、現場の認知／改善促進のための</a:t>
            </a:r>
            <a:r>
              <a:rPr kumimoji="0" lang="ja-JP" altLang="en-US" sz="1000" kern="0" dirty="0">
                <a:solidFill>
                  <a:srgbClr val="F74D5A"/>
                </a:solidFill>
              </a:rPr>
              <a:t>環境をレベルアップ</a:t>
            </a:r>
            <a:r>
              <a:rPr kumimoji="0" lang="ja-JP" altLang="en-US" sz="1000" kern="0" dirty="0">
                <a:solidFill>
                  <a:srgbClr val="334553"/>
                </a:solidFill>
              </a:rPr>
              <a:t>、および</a:t>
            </a:r>
            <a:r>
              <a:rPr kumimoji="0" lang="ja-JP" altLang="en-US" sz="1000" kern="0" dirty="0">
                <a:solidFill>
                  <a:srgbClr val="F74D5A"/>
                </a:solidFill>
              </a:rPr>
              <a:t>構造化情報への昇華・活用方針を見極める</a:t>
            </a:r>
            <a:endParaRPr kumimoji="0" lang="en-US" altLang="ja-JP" sz="1000" kern="0" dirty="0">
              <a:solidFill>
                <a:srgbClr val="F74D5A"/>
              </a:solidFill>
            </a:endParaRPr>
          </a:p>
        </p:txBody>
      </p:sp>
    </p:spTree>
    <p:extLst>
      <p:ext uri="{BB962C8B-B14F-4D97-AF65-F5344CB8AC3E}">
        <p14:creationId xmlns:p14="http://schemas.microsoft.com/office/powerpoint/2010/main" val="30392370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1F877FB-3B9C-A3CA-745E-527E02D2D3E9}"/>
              </a:ext>
            </a:extLst>
          </p:cNvPr>
          <p:cNvSpPr>
            <a:spLocks noGrp="1"/>
          </p:cNvSpPr>
          <p:nvPr>
            <p:ph type="title"/>
          </p:nvPr>
        </p:nvSpPr>
        <p:spPr/>
        <p:txBody>
          <a:bodyPr>
            <a:normAutofit fontScale="90000"/>
          </a:bodyPr>
          <a:lstStyle/>
          <a:p>
            <a:r>
              <a:rPr lang="ja-JP" altLang="en-US" sz="2600" dirty="0"/>
              <a:t> 部分的</a:t>
            </a:r>
            <a:r>
              <a:rPr lang="en-US" altLang="ja-JP" sz="2600" dirty="0"/>
              <a:t>/</a:t>
            </a:r>
            <a:r>
              <a:rPr lang="ja-JP" altLang="en-US" sz="2600" dirty="0"/>
              <a:t>段階的なデジタル化 </a:t>
            </a:r>
            <a:r>
              <a:rPr lang="en-US" altLang="ja-JP" sz="2000" dirty="0"/>
              <a:t>- </a:t>
            </a:r>
            <a:r>
              <a:rPr lang="ja-JP" altLang="en-US" sz="2000" dirty="0"/>
              <a:t>設計領域 </a:t>
            </a:r>
            <a:r>
              <a:rPr lang="en-US" altLang="ja-JP" sz="2000" dirty="0"/>
              <a:t>-</a:t>
            </a:r>
            <a:endParaRPr kumimoji="1" lang="ja-JP" altLang="en-US" sz="2000" dirty="0"/>
          </a:p>
        </p:txBody>
      </p:sp>
      <p:sp>
        <p:nvSpPr>
          <p:cNvPr id="4" name="スライド番号プレースホルダー 3">
            <a:extLst>
              <a:ext uri="{FF2B5EF4-FFF2-40B4-BE49-F238E27FC236}">
                <a16:creationId xmlns:a16="http://schemas.microsoft.com/office/drawing/2014/main" id="{7999CF97-61DA-155F-23D1-66C7019E616F}"/>
              </a:ext>
            </a:extLst>
          </p:cNvPr>
          <p:cNvSpPr>
            <a:spLocks noGrp="1"/>
          </p:cNvSpPr>
          <p:nvPr>
            <p:ph type="sldNum" sz="quarter" idx="11"/>
          </p:nvPr>
        </p:nvSpPr>
        <p:spPr/>
        <p:txBody>
          <a:bodyPr/>
          <a:lstStyle/>
          <a:p>
            <a:fld id="{80F554CA-2BEA-3E4B-997B-FC51848F792A}" type="slidenum">
              <a:rPr lang="ja-JP" altLang="en-US" smtClean="0"/>
              <a:pPr/>
              <a:t>10</a:t>
            </a:fld>
            <a:r>
              <a:rPr lang="en-US" altLang="ja-JP" dirty="0">
                <a:ea typeface="Verdana" panose="020B0604030504040204" pitchFamily="34" charset="0"/>
              </a:rPr>
              <a:t> </a:t>
            </a:r>
            <a:endParaRPr lang="ja-JP" altLang="en-US" dirty="0"/>
          </a:p>
        </p:txBody>
      </p:sp>
      <p:pic>
        <p:nvPicPr>
          <p:cNvPr id="3085" name="コネクタ: カギ線 127">
            <a:extLst>
              <a:ext uri="{FF2B5EF4-FFF2-40B4-BE49-F238E27FC236}">
                <a16:creationId xmlns:a16="http://schemas.microsoft.com/office/drawing/2014/main" id="{A3FA3FD5-32C5-8B3A-F031-0191A8AEE7AF}"/>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5625" y="39688"/>
            <a:ext cx="65088" cy="328612"/>
          </a:xfrm>
          <a:prstGeom prst="rect">
            <a:avLst/>
          </a:prstGeom>
          <a:noFill/>
          <a:extLst>
            <a:ext uri="{909E8E84-426E-40DD-AFC4-6F175D3DCCD1}">
              <a14:hiddenFill xmlns:a14="http://schemas.microsoft.com/office/drawing/2010/main">
                <a:solidFill>
                  <a:srgbClr val="FFFFFF"/>
                </a:solidFill>
              </a14:hiddenFill>
            </a:ext>
          </a:extLst>
        </p:spPr>
      </p:pic>
      <p:sp>
        <p:nvSpPr>
          <p:cNvPr id="6" name="フッター プレースホルダー 4">
            <a:extLst>
              <a:ext uri="{FF2B5EF4-FFF2-40B4-BE49-F238E27FC236}">
                <a16:creationId xmlns:a16="http://schemas.microsoft.com/office/drawing/2014/main" id="{BBF31991-79F6-C7EC-B58A-77CFA3037B09}"/>
              </a:ext>
            </a:extLst>
          </p:cNvPr>
          <p:cNvSpPr>
            <a:spLocks noGrp="1"/>
          </p:cNvSpPr>
          <p:nvPr>
            <p:ph type="ftr" sz="quarter" idx="3"/>
          </p:nvPr>
        </p:nvSpPr>
        <p:spPr>
          <a:xfrm>
            <a:off x="1821991" y="6362236"/>
            <a:ext cx="6338841" cy="365463"/>
          </a:xfrm>
        </p:spPr>
        <p:txBody>
          <a:bodyPr/>
          <a:lstStyle/>
          <a:p>
            <a:r>
              <a:rPr lang="ja-JP" altLang="en-US" sz="1000" dirty="0"/>
              <a:t>設計成果デジタル化の軽量運用企画</a:t>
            </a:r>
            <a:r>
              <a:rPr lang="ja-JP" altLang="en-US" dirty="0"/>
              <a:t>　／　株式会社デンソークリエイト</a:t>
            </a:r>
            <a:endParaRPr lang="en-US" altLang="ja-JP" dirty="0"/>
          </a:p>
          <a:p>
            <a:r>
              <a:rPr lang="en-US" altLang="ja-JP" sz="1050" dirty="0"/>
              <a:t>@ DENSO CREATE INC. ALL RIGHTS RESERVED</a:t>
            </a:r>
            <a:endParaRPr lang="ja-JP" altLang="en-US" sz="1050" dirty="0"/>
          </a:p>
        </p:txBody>
      </p:sp>
      <p:pic>
        <p:nvPicPr>
          <p:cNvPr id="5" name="図 4">
            <a:extLst>
              <a:ext uri="{FF2B5EF4-FFF2-40B4-BE49-F238E27FC236}">
                <a16:creationId xmlns:a16="http://schemas.microsoft.com/office/drawing/2014/main" id="{C88F4020-FCBB-F588-46BD-58260F990011}"/>
              </a:ext>
            </a:extLst>
          </p:cNvPr>
          <p:cNvPicPr>
            <a:picLocks noChangeAspect="1"/>
          </p:cNvPicPr>
          <p:nvPr/>
        </p:nvPicPr>
        <p:blipFill>
          <a:blip r:embed="rId3"/>
          <a:stretch>
            <a:fillRect/>
          </a:stretch>
        </p:blipFill>
        <p:spPr>
          <a:xfrm>
            <a:off x="992777" y="774590"/>
            <a:ext cx="9590541" cy="5371893"/>
          </a:xfrm>
          <a:prstGeom prst="rect">
            <a:avLst/>
          </a:prstGeom>
        </p:spPr>
      </p:pic>
      <p:sp>
        <p:nvSpPr>
          <p:cNvPr id="7" name="矢印: 右 6">
            <a:hlinkClick r:id="rId4" action="ppaction://hlinksldjump"/>
            <a:extLst>
              <a:ext uri="{FF2B5EF4-FFF2-40B4-BE49-F238E27FC236}">
                <a16:creationId xmlns:a16="http://schemas.microsoft.com/office/drawing/2014/main" id="{35F4AFC3-35BB-B849-85A0-0761335DC873}"/>
              </a:ext>
            </a:extLst>
          </p:cNvPr>
          <p:cNvSpPr/>
          <p:nvPr/>
        </p:nvSpPr>
        <p:spPr>
          <a:xfrm rot="10800000">
            <a:off x="11771698" y="345540"/>
            <a:ext cx="231006" cy="191328"/>
          </a:xfrm>
          <a:prstGeom prst="rightArrow">
            <a:avLst/>
          </a:prstGeom>
          <a:solidFill>
            <a:srgbClr val="00B0F0"/>
          </a:solidFill>
          <a:ln>
            <a:solidFill>
              <a:srgbClr val="00B0F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9659753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1F877FB-3B9C-A3CA-745E-527E02D2D3E9}"/>
              </a:ext>
            </a:extLst>
          </p:cNvPr>
          <p:cNvSpPr>
            <a:spLocks noGrp="1"/>
          </p:cNvSpPr>
          <p:nvPr>
            <p:ph type="title"/>
          </p:nvPr>
        </p:nvSpPr>
        <p:spPr/>
        <p:txBody>
          <a:bodyPr>
            <a:normAutofit fontScale="90000"/>
          </a:bodyPr>
          <a:lstStyle/>
          <a:p>
            <a:r>
              <a:rPr lang="ja-JP" altLang="en-US" sz="2600" dirty="0"/>
              <a:t> 部分的</a:t>
            </a:r>
            <a:r>
              <a:rPr lang="en-US" altLang="ja-JP" sz="2600" dirty="0"/>
              <a:t>/</a:t>
            </a:r>
            <a:r>
              <a:rPr lang="ja-JP" altLang="en-US" sz="2600" dirty="0"/>
              <a:t>段階的なデジタル化 </a:t>
            </a:r>
            <a:r>
              <a:rPr lang="en-US" altLang="ja-JP" sz="2000" dirty="0"/>
              <a:t>- </a:t>
            </a:r>
            <a:r>
              <a:rPr lang="ja-JP" altLang="en-US" sz="2000" dirty="0"/>
              <a:t>デジタル化のレベル </a:t>
            </a:r>
            <a:r>
              <a:rPr lang="en-US" altLang="ja-JP" sz="2000" dirty="0"/>
              <a:t>-</a:t>
            </a:r>
            <a:endParaRPr kumimoji="1" lang="ja-JP" altLang="en-US" dirty="0"/>
          </a:p>
        </p:txBody>
      </p:sp>
      <p:sp>
        <p:nvSpPr>
          <p:cNvPr id="4" name="スライド番号プレースホルダー 3">
            <a:extLst>
              <a:ext uri="{FF2B5EF4-FFF2-40B4-BE49-F238E27FC236}">
                <a16:creationId xmlns:a16="http://schemas.microsoft.com/office/drawing/2014/main" id="{7999CF97-61DA-155F-23D1-66C7019E616F}"/>
              </a:ext>
            </a:extLst>
          </p:cNvPr>
          <p:cNvSpPr>
            <a:spLocks noGrp="1"/>
          </p:cNvSpPr>
          <p:nvPr>
            <p:ph type="sldNum" sz="quarter" idx="11"/>
          </p:nvPr>
        </p:nvSpPr>
        <p:spPr/>
        <p:txBody>
          <a:bodyPr/>
          <a:lstStyle/>
          <a:p>
            <a:fld id="{80F554CA-2BEA-3E4B-997B-FC51848F792A}" type="slidenum">
              <a:rPr lang="ja-JP" altLang="en-US" smtClean="0"/>
              <a:pPr/>
              <a:t>11</a:t>
            </a:fld>
            <a:r>
              <a:rPr lang="en-US" altLang="ja-JP" dirty="0">
                <a:ea typeface="Verdana" panose="020B0604030504040204" pitchFamily="34" charset="0"/>
              </a:rPr>
              <a:t> </a:t>
            </a:r>
            <a:endParaRPr lang="ja-JP" altLang="en-US" dirty="0"/>
          </a:p>
        </p:txBody>
      </p:sp>
      <p:pic>
        <p:nvPicPr>
          <p:cNvPr id="3085" name="コネクタ: カギ線 127">
            <a:extLst>
              <a:ext uri="{FF2B5EF4-FFF2-40B4-BE49-F238E27FC236}">
                <a16:creationId xmlns:a16="http://schemas.microsoft.com/office/drawing/2014/main" id="{A3FA3FD5-32C5-8B3A-F031-0191A8AEE7AF}"/>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5625" y="39688"/>
            <a:ext cx="65088" cy="328612"/>
          </a:xfrm>
          <a:prstGeom prst="rect">
            <a:avLst/>
          </a:prstGeom>
          <a:noFill/>
          <a:extLst>
            <a:ext uri="{909E8E84-426E-40DD-AFC4-6F175D3DCCD1}">
              <a14:hiddenFill xmlns:a14="http://schemas.microsoft.com/office/drawing/2010/main">
                <a:solidFill>
                  <a:srgbClr val="FFFFFF"/>
                </a:solidFill>
              </a14:hiddenFill>
            </a:ext>
          </a:extLst>
        </p:spPr>
      </p:pic>
      <p:sp>
        <p:nvSpPr>
          <p:cNvPr id="6" name="フッター プレースホルダー 4">
            <a:extLst>
              <a:ext uri="{FF2B5EF4-FFF2-40B4-BE49-F238E27FC236}">
                <a16:creationId xmlns:a16="http://schemas.microsoft.com/office/drawing/2014/main" id="{BBF31991-79F6-C7EC-B58A-77CFA3037B09}"/>
              </a:ext>
            </a:extLst>
          </p:cNvPr>
          <p:cNvSpPr>
            <a:spLocks noGrp="1"/>
          </p:cNvSpPr>
          <p:nvPr>
            <p:ph type="ftr" sz="quarter" idx="3"/>
          </p:nvPr>
        </p:nvSpPr>
        <p:spPr>
          <a:xfrm>
            <a:off x="1821991" y="6362236"/>
            <a:ext cx="6338841" cy="365463"/>
          </a:xfrm>
        </p:spPr>
        <p:txBody>
          <a:bodyPr/>
          <a:lstStyle/>
          <a:p>
            <a:r>
              <a:rPr lang="ja-JP" altLang="en-US" sz="1000" dirty="0"/>
              <a:t>設計成果デジタル化の軽量運用企画</a:t>
            </a:r>
            <a:r>
              <a:rPr lang="ja-JP" altLang="en-US" dirty="0"/>
              <a:t>　／　株式会社デンソークリエイト</a:t>
            </a:r>
            <a:endParaRPr lang="en-US" altLang="ja-JP" dirty="0"/>
          </a:p>
          <a:p>
            <a:r>
              <a:rPr lang="en-US" altLang="ja-JP" sz="1050" dirty="0"/>
              <a:t>@ DENSO CREATE INC. ALL RIGHTS RESERVED</a:t>
            </a:r>
            <a:endParaRPr lang="ja-JP" altLang="en-US" sz="1050" dirty="0"/>
          </a:p>
        </p:txBody>
      </p:sp>
      <p:graphicFrame>
        <p:nvGraphicFramePr>
          <p:cNvPr id="14" name="表 13">
            <a:extLst>
              <a:ext uri="{FF2B5EF4-FFF2-40B4-BE49-F238E27FC236}">
                <a16:creationId xmlns:a16="http://schemas.microsoft.com/office/drawing/2014/main" id="{07A16C37-A9D9-0D05-54C8-54E9F05C8D1D}"/>
              </a:ext>
            </a:extLst>
          </p:cNvPr>
          <p:cNvGraphicFramePr>
            <a:graphicFrameLocks noGrp="1"/>
          </p:cNvGraphicFramePr>
          <p:nvPr>
            <p:extLst>
              <p:ext uri="{D42A27DB-BD31-4B8C-83A1-F6EECF244321}">
                <p14:modId xmlns:p14="http://schemas.microsoft.com/office/powerpoint/2010/main" val="979379889"/>
              </p:ext>
            </p:extLst>
          </p:nvPr>
        </p:nvGraphicFramePr>
        <p:xfrm>
          <a:off x="183129" y="1036244"/>
          <a:ext cx="11836853" cy="4791861"/>
        </p:xfrm>
        <a:graphic>
          <a:graphicData uri="http://schemas.openxmlformats.org/drawingml/2006/table">
            <a:tbl>
              <a:tblPr/>
              <a:tblGrid>
                <a:gridCol w="923925">
                  <a:extLst>
                    <a:ext uri="{9D8B030D-6E8A-4147-A177-3AD203B41FA5}">
                      <a16:colId xmlns:a16="http://schemas.microsoft.com/office/drawing/2014/main" val="482618672"/>
                    </a:ext>
                  </a:extLst>
                </a:gridCol>
                <a:gridCol w="181194">
                  <a:extLst>
                    <a:ext uri="{9D8B030D-6E8A-4147-A177-3AD203B41FA5}">
                      <a16:colId xmlns:a16="http://schemas.microsoft.com/office/drawing/2014/main" val="546099821"/>
                    </a:ext>
                  </a:extLst>
                </a:gridCol>
                <a:gridCol w="1863704">
                  <a:extLst>
                    <a:ext uri="{9D8B030D-6E8A-4147-A177-3AD203B41FA5}">
                      <a16:colId xmlns:a16="http://schemas.microsoft.com/office/drawing/2014/main" val="196682776"/>
                    </a:ext>
                  </a:extLst>
                </a:gridCol>
                <a:gridCol w="2956010">
                  <a:extLst>
                    <a:ext uri="{9D8B030D-6E8A-4147-A177-3AD203B41FA5}">
                      <a16:colId xmlns:a16="http://schemas.microsoft.com/office/drawing/2014/main" val="1376399063"/>
                    </a:ext>
                  </a:extLst>
                </a:gridCol>
                <a:gridCol w="2956010">
                  <a:extLst>
                    <a:ext uri="{9D8B030D-6E8A-4147-A177-3AD203B41FA5}">
                      <a16:colId xmlns:a16="http://schemas.microsoft.com/office/drawing/2014/main" val="1420347234"/>
                    </a:ext>
                  </a:extLst>
                </a:gridCol>
                <a:gridCol w="2956010">
                  <a:extLst>
                    <a:ext uri="{9D8B030D-6E8A-4147-A177-3AD203B41FA5}">
                      <a16:colId xmlns:a16="http://schemas.microsoft.com/office/drawing/2014/main" val="677361171"/>
                    </a:ext>
                  </a:extLst>
                </a:gridCol>
              </a:tblGrid>
              <a:tr h="344777">
                <a:tc gridSpan="3">
                  <a:txBody>
                    <a:bodyPr/>
                    <a:lstStyle/>
                    <a:p>
                      <a:pPr algn="ctr" fontAlgn="ctr"/>
                      <a:r>
                        <a:rPr lang="ja-JP" altLang="en-US" sz="1200" b="1" i="0" u="none" strike="noStrike" dirty="0">
                          <a:solidFill>
                            <a:srgbClr val="FFFFFF"/>
                          </a:solidFill>
                          <a:effectLst/>
                          <a:latin typeface="+mn-ea"/>
                          <a:ea typeface="+mn-ea"/>
                        </a:rPr>
                        <a:t>設計デジタル化の成熟モデル</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8080"/>
                    </a:solidFill>
                  </a:tcPr>
                </a:tc>
                <a:tc hMerge="1">
                  <a:txBody>
                    <a:bodyPr/>
                    <a:lstStyle/>
                    <a:p>
                      <a:endParaRPr kumimoji="1" lang="ja-JP" altLang="en-US"/>
                    </a:p>
                  </a:txBody>
                  <a:tcPr/>
                </a:tc>
                <a:tc hMerge="1">
                  <a:txBody>
                    <a:bodyPr/>
                    <a:lstStyle/>
                    <a:p>
                      <a:endParaRPr kumimoji="1" lang="ja-JP" altLang="en-US"/>
                    </a:p>
                  </a:txBody>
                  <a:tcPr/>
                </a:tc>
                <a:tc>
                  <a:txBody>
                    <a:bodyPr/>
                    <a:lstStyle/>
                    <a:p>
                      <a:pPr algn="ctr" fontAlgn="ctr"/>
                      <a:r>
                        <a:rPr lang="ja-JP" altLang="en-US" sz="1200" b="1" i="0" u="none" strike="noStrike" dirty="0">
                          <a:solidFill>
                            <a:srgbClr val="FFFFFF"/>
                          </a:solidFill>
                          <a:effectLst/>
                          <a:latin typeface="+mn-ea"/>
                          <a:ea typeface="+mn-ea"/>
                        </a:rPr>
                        <a:t>設計情報の姿</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8080"/>
                    </a:solidFill>
                  </a:tcPr>
                </a:tc>
                <a:tc>
                  <a:txBody>
                    <a:bodyPr/>
                    <a:lstStyle/>
                    <a:p>
                      <a:pPr algn="ctr" fontAlgn="ctr"/>
                      <a:r>
                        <a:rPr lang="ja-JP" altLang="en-US" sz="1200" b="1" i="0" u="none" strike="noStrike" dirty="0">
                          <a:solidFill>
                            <a:srgbClr val="FFFFFF"/>
                          </a:solidFill>
                          <a:effectLst/>
                          <a:latin typeface="+mn-ea"/>
                          <a:ea typeface="+mn-ea"/>
                        </a:rPr>
                        <a:t>開発の姿</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8080"/>
                    </a:solidFill>
                  </a:tcPr>
                </a:tc>
                <a:tc>
                  <a:txBody>
                    <a:bodyPr/>
                    <a:lstStyle/>
                    <a:p>
                      <a:pPr algn="ctr" fontAlgn="ctr"/>
                      <a:r>
                        <a:rPr lang="ja-JP" altLang="en-US" sz="1200" b="1" i="0" u="none" strike="noStrike" dirty="0">
                          <a:solidFill>
                            <a:srgbClr val="FFFFFF"/>
                          </a:solidFill>
                          <a:effectLst/>
                          <a:latin typeface="+mn-ea"/>
                          <a:ea typeface="+mn-ea"/>
                        </a:rPr>
                        <a:t>人・組織の姿</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8080"/>
                    </a:solidFill>
                  </a:tcPr>
                </a:tc>
                <a:extLst>
                  <a:ext uri="{0D108BD9-81ED-4DB2-BD59-A6C34878D82A}">
                    <a16:rowId xmlns:a16="http://schemas.microsoft.com/office/drawing/2014/main" val="3372613791"/>
                  </a:ext>
                </a:extLst>
              </a:tr>
              <a:tr h="1111771">
                <a:tc>
                  <a:txBody>
                    <a:bodyPr/>
                    <a:lstStyle/>
                    <a:p>
                      <a:pPr algn="ctr" fontAlgn="ctr"/>
                      <a:r>
                        <a:rPr lang="en-US" sz="1000" b="1" i="0" u="none" strike="noStrike" dirty="0">
                          <a:solidFill>
                            <a:srgbClr val="153D64"/>
                          </a:solidFill>
                          <a:effectLst/>
                          <a:latin typeface="+mn-ea"/>
                          <a:ea typeface="+mn-ea"/>
                        </a:rPr>
                        <a:t>Digitization</a:t>
                      </a:r>
                      <a:endParaRPr lang="en-US" sz="1000" b="0" i="0" u="none" strike="noStrike" dirty="0">
                        <a:solidFill>
                          <a:srgbClr val="000000"/>
                        </a:solidFill>
                        <a:effectLst/>
                        <a:latin typeface="+mn-ea"/>
                        <a:ea typeface="+mn-ea"/>
                      </a:endParaRP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ACDEF2"/>
                    </a:solidFill>
                  </a:tcPr>
                </a:tc>
                <a:tc>
                  <a:txBody>
                    <a:bodyPr/>
                    <a:lstStyle/>
                    <a:p>
                      <a:pPr algn="ctr" fontAlgn="ctr"/>
                      <a:r>
                        <a:rPr lang="en-US" altLang="ja-JP" sz="1000" b="1" i="0" u="none" strike="noStrike" dirty="0">
                          <a:solidFill>
                            <a:srgbClr val="153D64"/>
                          </a:solidFill>
                          <a:effectLst/>
                          <a:latin typeface="+mn-ea"/>
                          <a:ea typeface="+mn-ea"/>
                        </a:rPr>
                        <a:t>1</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ACDEF2"/>
                    </a:solidFill>
                  </a:tcPr>
                </a:tc>
                <a:tc>
                  <a:txBody>
                    <a:bodyPr/>
                    <a:lstStyle/>
                    <a:p>
                      <a:pPr algn="l" fontAlgn="ctr"/>
                      <a:r>
                        <a:rPr lang="ja-JP" altLang="en-US" sz="1000" b="1" i="0" u="none" strike="noStrike" dirty="0">
                          <a:solidFill>
                            <a:srgbClr val="153D64"/>
                          </a:solidFill>
                          <a:effectLst/>
                          <a:latin typeface="+mn-ea"/>
                          <a:ea typeface="+mn-ea"/>
                        </a:rPr>
                        <a:t>デジタルペーパー</a:t>
                      </a:r>
                      <a:br>
                        <a:rPr lang="ja-JP" altLang="en-US" sz="1000" b="1" i="0" u="none" strike="noStrike" dirty="0">
                          <a:solidFill>
                            <a:srgbClr val="153D64"/>
                          </a:solidFill>
                          <a:effectLst/>
                          <a:latin typeface="+mn-ea"/>
                          <a:ea typeface="+mn-ea"/>
                        </a:rPr>
                      </a:br>
                      <a:r>
                        <a:rPr lang="en-US" altLang="ja-JP" sz="1000" b="1" i="0" u="none" strike="noStrike" dirty="0">
                          <a:solidFill>
                            <a:srgbClr val="153D64"/>
                          </a:solidFill>
                          <a:effectLst/>
                          <a:latin typeface="+mn-ea"/>
                          <a:ea typeface="+mn-ea"/>
                        </a:rPr>
                        <a:t>(</a:t>
                      </a:r>
                      <a:r>
                        <a:rPr lang="en-US" sz="1000" b="1" i="0" u="none" strike="noStrike" dirty="0">
                          <a:solidFill>
                            <a:srgbClr val="153D64"/>
                          </a:solidFill>
                          <a:effectLst/>
                          <a:latin typeface="+mn-ea"/>
                          <a:ea typeface="+mn-ea"/>
                        </a:rPr>
                        <a:t>Individual Digital Paper)</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ACDEF2"/>
                    </a:solidFill>
                  </a:tcPr>
                </a:tc>
                <a:tc>
                  <a:txBody>
                    <a:bodyPr/>
                    <a:lstStyle/>
                    <a:p>
                      <a:pPr algn="l" fontAlgn="ctr"/>
                      <a:r>
                        <a:rPr lang="en-US" altLang="ja-JP" sz="1100" b="0" i="0" u="none" strike="noStrike" dirty="0">
                          <a:solidFill>
                            <a:srgbClr val="000000"/>
                          </a:solidFill>
                          <a:effectLst/>
                          <a:latin typeface="+mn-ea"/>
                          <a:ea typeface="+mn-ea"/>
                        </a:rPr>
                        <a:t>Office</a:t>
                      </a:r>
                      <a:r>
                        <a:rPr lang="ja-JP" altLang="en-US" sz="1100" b="0" i="0" u="none" strike="noStrike" dirty="0">
                          <a:solidFill>
                            <a:srgbClr val="000000"/>
                          </a:solidFill>
                          <a:effectLst/>
                          <a:latin typeface="+mn-ea"/>
                          <a:ea typeface="+mn-ea"/>
                        </a:rPr>
                        <a:t>文書やテキストなど、バラバラなデジタル資料。</a:t>
                      </a:r>
                      <a:br>
                        <a:rPr lang="ja-JP" altLang="en-US" sz="1100" b="0" i="0" u="none" strike="noStrike" dirty="0">
                          <a:solidFill>
                            <a:srgbClr val="000000"/>
                          </a:solidFill>
                          <a:effectLst/>
                          <a:latin typeface="+mn-ea"/>
                          <a:ea typeface="+mn-ea"/>
                        </a:rPr>
                      </a:br>
                      <a:r>
                        <a:rPr lang="ja-JP" altLang="en-US" sz="1100" b="0" i="0" u="none" strike="noStrike" dirty="0">
                          <a:solidFill>
                            <a:srgbClr val="000000"/>
                          </a:solidFill>
                          <a:effectLst/>
                          <a:latin typeface="+mn-ea"/>
                          <a:ea typeface="+mn-ea"/>
                        </a:rPr>
                        <a:t>記述粒度や構成などは担当者依存であり、</a:t>
                      </a:r>
                      <a:br>
                        <a:rPr lang="en-US" altLang="ja-JP" sz="1100" b="0" i="0" u="none" strike="noStrike" dirty="0">
                          <a:solidFill>
                            <a:srgbClr val="000000"/>
                          </a:solidFill>
                          <a:effectLst/>
                          <a:latin typeface="+mn-ea"/>
                          <a:ea typeface="+mn-ea"/>
                        </a:rPr>
                      </a:br>
                      <a:r>
                        <a:rPr lang="ja-JP" altLang="en-US" sz="1100" b="0" i="0" u="none" strike="noStrike" dirty="0">
                          <a:solidFill>
                            <a:srgbClr val="000000"/>
                          </a:solidFill>
                          <a:effectLst/>
                          <a:latin typeface="+mn-ea"/>
                          <a:ea typeface="+mn-ea"/>
                        </a:rPr>
                        <a:t>意図や背景はチャット等に散在している場合もある。</a:t>
                      </a:r>
                    </a:p>
                  </a:txBody>
                  <a:tcPr marL="36000" marR="36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ja-JP" altLang="en-US" sz="1100" b="0" i="0" u="none" strike="noStrike" dirty="0">
                          <a:solidFill>
                            <a:srgbClr val="000000"/>
                          </a:solidFill>
                          <a:effectLst/>
                          <a:latin typeface="+mn-ea"/>
                          <a:ea typeface="+mn-ea"/>
                        </a:rPr>
                        <a:t>情報不足等はコミュニケーションで埋める。</a:t>
                      </a:r>
                      <a:endParaRPr lang="en-US" altLang="ja-JP" sz="1100" b="0" i="0" u="none" strike="noStrike" dirty="0">
                        <a:solidFill>
                          <a:srgbClr val="000000"/>
                        </a:solidFill>
                        <a:effectLst/>
                        <a:latin typeface="+mn-ea"/>
                        <a:ea typeface="+mn-ea"/>
                      </a:endParaRPr>
                    </a:p>
                    <a:p>
                      <a:pPr algn="l" fontAlgn="ctr"/>
                      <a:r>
                        <a:rPr lang="ja-JP" altLang="en-US" sz="1100" b="0" i="0" u="none" strike="noStrike" dirty="0">
                          <a:solidFill>
                            <a:srgbClr val="000000"/>
                          </a:solidFill>
                          <a:effectLst/>
                          <a:latin typeface="+mn-ea"/>
                          <a:ea typeface="+mn-ea"/>
                        </a:rPr>
                        <a:t>属人性が高く、開発は一部のメンバの経験や知見に依存している。</a:t>
                      </a:r>
                    </a:p>
                  </a:txBody>
                  <a:tcPr marL="36000" marR="36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ja-JP" altLang="en-US" sz="1100" b="0" i="0" u="none" strike="noStrike" dirty="0">
                          <a:solidFill>
                            <a:srgbClr val="000000"/>
                          </a:solidFill>
                          <a:effectLst/>
                          <a:latin typeface="+mn-ea"/>
                          <a:ea typeface="+mn-ea"/>
                        </a:rPr>
                        <a:t>個人の経験や勘に依存。</a:t>
                      </a:r>
                      <a:br>
                        <a:rPr lang="ja-JP" altLang="en-US" sz="1100" b="0" i="0" u="none" strike="noStrike" dirty="0">
                          <a:solidFill>
                            <a:srgbClr val="000000"/>
                          </a:solidFill>
                          <a:effectLst/>
                          <a:latin typeface="+mn-ea"/>
                          <a:ea typeface="+mn-ea"/>
                        </a:rPr>
                      </a:br>
                      <a:r>
                        <a:rPr lang="ja-JP" altLang="en-US" sz="1100" b="0" i="0" u="none" strike="noStrike" dirty="0">
                          <a:solidFill>
                            <a:srgbClr val="000000"/>
                          </a:solidFill>
                          <a:effectLst/>
                          <a:latin typeface="+mn-ea"/>
                          <a:ea typeface="+mn-ea"/>
                        </a:rPr>
                        <a:t>ドキュメント作りへの意識差が大きく、レビュー観点も人ごとに異なる。</a:t>
                      </a:r>
                    </a:p>
                  </a:txBody>
                  <a:tcPr marL="36000" marR="36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83683522"/>
                  </a:ext>
                </a:extLst>
              </a:tr>
              <a:tr h="1111771">
                <a:tc>
                  <a:txBody>
                    <a:bodyPr/>
                    <a:lstStyle/>
                    <a:p>
                      <a:pPr algn="ctr" fontAlgn="ctr"/>
                      <a:r>
                        <a:rPr lang="ja-JP" altLang="en-US" sz="1000" b="1" i="0" u="none" strike="noStrike" dirty="0">
                          <a:solidFill>
                            <a:srgbClr val="153D64"/>
                          </a:solidFill>
                          <a:effectLst/>
                          <a:latin typeface="+mn-ea"/>
                          <a:ea typeface="+mn-ea"/>
                        </a:rPr>
                        <a:t>　</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7BCAE9"/>
                    </a:solidFill>
                  </a:tcPr>
                </a:tc>
                <a:tc>
                  <a:txBody>
                    <a:bodyPr/>
                    <a:lstStyle/>
                    <a:p>
                      <a:pPr algn="ctr" fontAlgn="ctr"/>
                      <a:r>
                        <a:rPr lang="en-US" altLang="ja-JP" sz="1000" b="1" i="0" u="none" strike="noStrike" dirty="0">
                          <a:solidFill>
                            <a:srgbClr val="153D64"/>
                          </a:solidFill>
                          <a:effectLst/>
                          <a:latin typeface="+mn-ea"/>
                          <a:ea typeface="+mn-ea"/>
                        </a:rPr>
                        <a:t>2</a:t>
                      </a:r>
                    </a:p>
                  </a:txBody>
                  <a:tcPr marL="0" marR="0" marT="0" marB="0" anchor="ctr">
                    <a:lnL>
                      <a:noFill/>
                    </a:lnL>
                    <a:lnR>
                      <a:noFill/>
                    </a:lnR>
                    <a:lnT>
                      <a:noFill/>
                    </a:lnT>
                    <a:lnB>
                      <a:noFill/>
                    </a:lnB>
                    <a:solidFill>
                      <a:srgbClr val="7BCAE9"/>
                    </a:solidFill>
                  </a:tcPr>
                </a:tc>
                <a:tc>
                  <a:txBody>
                    <a:bodyPr/>
                    <a:lstStyle/>
                    <a:p>
                      <a:pPr algn="l" fontAlgn="ctr"/>
                      <a:r>
                        <a:rPr lang="ja-JP" altLang="en-US" sz="1000" b="1" i="0" u="none" strike="noStrike" dirty="0">
                          <a:solidFill>
                            <a:srgbClr val="153D64"/>
                          </a:solidFill>
                          <a:effectLst/>
                          <a:latin typeface="+mn-ea"/>
                          <a:ea typeface="+mn-ea"/>
                        </a:rPr>
                        <a:t>整理されたデジタル資産</a:t>
                      </a:r>
                      <a:br>
                        <a:rPr lang="ja-JP" altLang="en-US" sz="1000" b="1" i="0" u="none" strike="noStrike" dirty="0">
                          <a:solidFill>
                            <a:srgbClr val="153D64"/>
                          </a:solidFill>
                          <a:effectLst/>
                          <a:latin typeface="+mn-ea"/>
                          <a:ea typeface="+mn-ea"/>
                        </a:rPr>
                      </a:br>
                      <a:r>
                        <a:rPr lang="en-US" altLang="ja-JP" sz="1000" b="1" i="0" u="none" strike="noStrike" dirty="0">
                          <a:solidFill>
                            <a:srgbClr val="153D64"/>
                          </a:solidFill>
                          <a:effectLst/>
                          <a:latin typeface="+mn-ea"/>
                          <a:ea typeface="+mn-ea"/>
                        </a:rPr>
                        <a:t>(</a:t>
                      </a:r>
                      <a:r>
                        <a:rPr lang="en-US" sz="1000" b="1" i="0" u="none" strike="noStrike" dirty="0">
                          <a:solidFill>
                            <a:srgbClr val="153D64"/>
                          </a:solidFill>
                          <a:effectLst/>
                          <a:latin typeface="+mn-ea"/>
                          <a:ea typeface="+mn-ea"/>
                        </a:rPr>
                        <a:t>Organized Digital Assets)</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7BCAE9"/>
                    </a:solidFill>
                  </a:tcPr>
                </a:tc>
                <a:tc>
                  <a:txBody>
                    <a:bodyPr/>
                    <a:lstStyle/>
                    <a:p>
                      <a:pPr algn="l" fontAlgn="ctr"/>
                      <a:r>
                        <a:rPr lang="ja-JP" altLang="en-US" sz="1100" b="0" i="0" u="none" strike="noStrike" dirty="0">
                          <a:solidFill>
                            <a:srgbClr val="000000"/>
                          </a:solidFill>
                          <a:effectLst/>
                          <a:latin typeface="+mn-ea"/>
                          <a:ea typeface="+mn-ea"/>
                        </a:rPr>
                        <a:t>設計の工程やドメインなど、ある程度のルールに基づいてデジタル資料が意味付け／分類されている。</a:t>
                      </a:r>
                      <a:br>
                        <a:rPr lang="ja-JP" altLang="en-US" sz="1100" b="0" i="0" u="none" strike="noStrike" dirty="0">
                          <a:solidFill>
                            <a:srgbClr val="000000"/>
                          </a:solidFill>
                          <a:effectLst/>
                          <a:latin typeface="+mn-ea"/>
                          <a:ea typeface="+mn-ea"/>
                        </a:rPr>
                      </a:br>
                      <a:r>
                        <a:rPr lang="ja-JP" altLang="en-US" sz="1100" b="0" i="0" u="none" strike="noStrike" dirty="0">
                          <a:solidFill>
                            <a:srgbClr val="000000"/>
                          </a:solidFill>
                          <a:effectLst/>
                          <a:latin typeface="+mn-ea"/>
                          <a:ea typeface="+mn-ea"/>
                        </a:rPr>
                        <a:t>粒度や命名にはバラつきがある。</a:t>
                      </a:r>
                    </a:p>
                  </a:txBody>
                  <a:tcPr marL="36000" marR="36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ja-JP" altLang="en-US" sz="1100" b="0" i="0" u="none" strike="noStrike" dirty="0">
                          <a:solidFill>
                            <a:srgbClr val="000000"/>
                          </a:solidFill>
                          <a:effectLst/>
                          <a:latin typeface="+mn-ea"/>
                          <a:ea typeface="+mn-ea"/>
                        </a:rPr>
                        <a:t>意味付け／分類に基づいて、簡単に目的の情報を探すことができる。</a:t>
                      </a:r>
                      <a:br>
                        <a:rPr lang="ja-JP" altLang="en-US" sz="1100" b="0" i="0" u="none" strike="noStrike" dirty="0">
                          <a:solidFill>
                            <a:srgbClr val="000000"/>
                          </a:solidFill>
                          <a:effectLst/>
                          <a:latin typeface="+mn-ea"/>
                          <a:ea typeface="+mn-ea"/>
                        </a:rPr>
                      </a:br>
                      <a:r>
                        <a:rPr lang="ja-JP" altLang="en-US" sz="1100" b="0" i="0" u="none" strike="noStrike" dirty="0">
                          <a:solidFill>
                            <a:srgbClr val="000000"/>
                          </a:solidFill>
                          <a:effectLst/>
                          <a:latin typeface="+mn-ea"/>
                          <a:ea typeface="+mn-ea"/>
                        </a:rPr>
                        <a:t>内容の整合性は、人が判断する。</a:t>
                      </a:r>
                    </a:p>
                  </a:txBody>
                  <a:tcPr marL="36000" marR="36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ja-JP" altLang="en-US" sz="1100" b="0" i="0" u="none" strike="noStrike" dirty="0">
                          <a:solidFill>
                            <a:srgbClr val="000000"/>
                          </a:solidFill>
                          <a:effectLst/>
                          <a:latin typeface="+mn-ea"/>
                          <a:ea typeface="+mn-ea"/>
                        </a:rPr>
                        <a:t>チーム内で最低限のルールは共有されているが、暗黙的ルールも多く、新メンバーは習得に時間がかかる。</a:t>
                      </a:r>
                    </a:p>
                  </a:txBody>
                  <a:tcPr marL="36000" marR="36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4515075"/>
                  </a:ext>
                </a:extLst>
              </a:tr>
              <a:tr h="1111771">
                <a:tc>
                  <a:txBody>
                    <a:bodyPr/>
                    <a:lstStyle/>
                    <a:p>
                      <a:pPr algn="l" fontAlgn="ctr"/>
                      <a:r>
                        <a:rPr lang="ja-JP" altLang="en-US" sz="1000" b="1" i="0" u="none" strike="noStrike" dirty="0">
                          <a:solidFill>
                            <a:srgbClr val="153D64"/>
                          </a:solidFill>
                          <a:effectLst/>
                          <a:latin typeface="+mn-ea"/>
                          <a:ea typeface="+mn-ea"/>
                        </a:rPr>
                        <a:t>　</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5ABDE4"/>
                    </a:solidFill>
                  </a:tcPr>
                </a:tc>
                <a:tc>
                  <a:txBody>
                    <a:bodyPr/>
                    <a:lstStyle/>
                    <a:p>
                      <a:pPr algn="ctr" fontAlgn="ctr"/>
                      <a:r>
                        <a:rPr lang="en-US" altLang="ja-JP" sz="1000" b="1" i="0" u="none" strike="noStrike" dirty="0">
                          <a:solidFill>
                            <a:srgbClr val="153D64"/>
                          </a:solidFill>
                          <a:effectLst/>
                          <a:latin typeface="+mn-ea"/>
                          <a:ea typeface="+mn-ea"/>
                        </a:rPr>
                        <a:t>3</a:t>
                      </a:r>
                    </a:p>
                  </a:txBody>
                  <a:tcPr marL="0" marR="0" marT="0" marB="0" anchor="ctr">
                    <a:lnL>
                      <a:noFill/>
                    </a:lnL>
                    <a:lnR>
                      <a:noFill/>
                    </a:lnR>
                    <a:lnT>
                      <a:noFill/>
                    </a:lnT>
                    <a:lnB>
                      <a:noFill/>
                    </a:lnB>
                    <a:solidFill>
                      <a:srgbClr val="5ABDE4"/>
                    </a:solidFill>
                  </a:tcPr>
                </a:tc>
                <a:tc>
                  <a:txBody>
                    <a:bodyPr/>
                    <a:lstStyle/>
                    <a:p>
                      <a:pPr algn="l" fontAlgn="ctr"/>
                      <a:r>
                        <a:rPr lang="ja-JP" altLang="en-US" sz="1000" b="1" i="0" u="none" strike="noStrike" dirty="0">
                          <a:solidFill>
                            <a:srgbClr val="153D64"/>
                          </a:solidFill>
                          <a:effectLst/>
                          <a:latin typeface="+mn-ea"/>
                          <a:ea typeface="+mn-ea"/>
                        </a:rPr>
                        <a:t>意味論に基づく階層化モデル</a:t>
                      </a:r>
                      <a:br>
                        <a:rPr lang="ja-JP" altLang="en-US" sz="1000" b="1" i="0" u="none" strike="noStrike" dirty="0">
                          <a:solidFill>
                            <a:srgbClr val="153D64"/>
                          </a:solidFill>
                          <a:effectLst/>
                          <a:latin typeface="+mn-ea"/>
                          <a:ea typeface="+mn-ea"/>
                        </a:rPr>
                      </a:br>
                      <a:r>
                        <a:rPr lang="en-US" altLang="ja-JP" sz="1000" b="1" i="0" u="none" strike="noStrike" dirty="0">
                          <a:solidFill>
                            <a:srgbClr val="153D64"/>
                          </a:solidFill>
                          <a:effectLst/>
                          <a:latin typeface="+mn-ea"/>
                          <a:ea typeface="+mn-ea"/>
                        </a:rPr>
                        <a:t>(</a:t>
                      </a:r>
                      <a:r>
                        <a:rPr lang="en-US" sz="1000" b="1" i="0" u="none" strike="noStrike" dirty="0">
                          <a:solidFill>
                            <a:srgbClr val="153D64"/>
                          </a:solidFill>
                          <a:effectLst/>
                          <a:latin typeface="+mn-ea"/>
                          <a:ea typeface="+mn-ea"/>
                        </a:rPr>
                        <a:t>Semantic Layered Model)</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5ABDE4"/>
                    </a:solidFill>
                  </a:tcPr>
                </a:tc>
                <a:tc>
                  <a:txBody>
                    <a:bodyPr/>
                    <a:lstStyle/>
                    <a:p>
                      <a:pPr algn="l" fontAlgn="ctr"/>
                      <a:r>
                        <a:rPr lang="ja-JP" altLang="en-US" sz="1100" b="0" i="0" u="none" strike="noStrike" dirty="0">
                          <a:solidFill>
                            <a:srgbClr val="000000"/>
                          </a:solidFill>
                          <a:effectLst/>
                          <a:latin typeface="+mn-ea"/>
                          <a:ea typeface="+mn-ea"/>
                        </a:rPr>
                        <a:t>設計の意味論に基づいた階層構造で設計情報が整理されており、各情報の工程やドメインが明確になっている。</a:t>
                      </a:r>
                    </a:p>
                  </a:txBody>
                  <a:tcPr marL="36000" marR="36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ja-JP" altLang="en-US" sz="1100" b="0" i="0" u="none" strike="noStrike" dirty="0">
                          <a:solidFill>
                            <a:srgbClr val="000000"/>
                          </a:solidFill>
                          <a:effectLst/>
                          <a:latin typeface="+mn-ea"/>
                          <a:ea typeface="+mn-ea"/>
                        </a:rPr>
                        <a:t>“この情報はどこにつながる？”が意味的に辿れる。</a:t>
                      </a:r>
                      <a:br>
                        <a:rPr lang="ja-JP" altLang="en-US" sz="1100" b="0" i="0" u="none" strike="noStrike" dirty="0">
                          <a:solidFill>
                            <a:srgbClr val="000000"/>
                          </a:solidFill>
                          <a:effectLst/>
                          <a:latin typeface="+mn-ea"/>
                          <a:ea typeface="+mn-ea"/>
                        </a:rPr>
                      </a:br>
                      <a:r>
                        <a:rPr lang="ja-JP" altLang="en-US" sz="1100" b="0" i="0" u="none" strike="noStrike" dirty="0">
                          <a:solidFill>
                            <a:srgbClr val="000000"/>
                          </a:solidFill>
                          <a:effectLst/>
                          <a:latin typeface="+mn-ea"/>
                          <a:ea typeface="+mn-ea"/>
                        </a:rPr>
                        <a:t>セマンティックなレビュー（抜け漏れ・整合性チェック）が可能。</a:t>
                      </a:r>
                    </a:p>
                  </a:txBody>
                  <a:tcPr marL="36000" marR="36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ja-JP" altLang="en-US" sz="1100" b="0" i="0" u="none" strike="noStrike" dirty="0">
                          <a:solidFill>
                            <a:srgbClr val="000000"/>
                          </a:solidFill>
                          <a:effectLst/>
                          <a:latin typeface="+mn-ea"/>
                          <a:ea typeface="+mn-ea"/>
                        </a:rPr>
                        <a:t>モデルを軸に議論する文化ができ、資料作成も“構造ありき”。</a:t>
                      </a:r>
                      <a:br>
                        <a:rPr lang="ja-JP" altLang="en-US" sz="1100" b="0" i="0" u="none" strike="noStrike" dirty="0">
                          <a:solidFill>
                            <a:srgbClr val="000000"/>
                          </a:solidFill>
                          <a:effectLst/>
                          <a:latin typeface="+mn-ea"/>
                          <a:ea typeface="+mn-ea"/>
                        </a:rPr>
                      </a:br>
                      <a:r>
                        <a:rPr lang="ja-JP" altLang="en-US" sz="1100" b="0" i="0" u="none" strike="noStrike" dirty="0">
                          <a:solidFill>
                            <a:srgbClr val="000000"/>
                          </a:solidFill>
                          <a:effectLst/>
                          <a:latin typeface="+mn-ea"/>
                          <a:ea typeface="+mn-ea"/>
                        </a:rPr>
                        <a:t>ドキュメント作業の属人性が低下。</a:t>
                      </a:r>
                    </a:p>
                  </a:txBody>
                  <a:tcPr marL="36000" marR="36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78414619"/>
                  </a:ext>
                </a:extLst>
              </a:tr>
              <a:tr h="1111771">
                <a:tc>
                  <a:txBody>
                    <a:bodyPr/>
                    <a:lstStyle/>
                    <a:p>
                      <a:pPr algn="ctr" fontAlgn="ctr"/>
                      <a:r>
                        <a:rPr lang="en-US" sz="1000" b="1" i="0" u="none" strike="noStrike" dirty="0">
                          <a:solidFill>
                            <a:srgbClr val="153D64"/>
                          </a:solidFill>
                          <a:effectLst/>
                          <a:latin typeface="+mn-ea"/>
                          <a:ea typeface="+mn-ea"/>
                        </a:rPr>
                        <a:t>Digitalization</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44B3E1"/>
                    </a:solidFill>
                  </a:tcPr>
                </a:tc>
                <a:tc>
                  <a:txBody>
                    <a:bodyPr/>
                    <a:lstStyle/>
                    <a:p>
                      <a:pPr algn="ctr" fontAlgn="ctr"/>
                      <a:r>
                        <a:rPr lang="en-US" altLang="ja-JP" sz="1000" b="1" i="0" u="none" strike="noStrike" dirty="0">
                          <a:solidFill>
                            <a:srgbClr val="153D64"/>
                          </a:solidFill>
                          <a:effectLst/>
                          <a:latin typeface="+mn-ea"/>
                          <a:ea typeface="+mn-ea"/>
                        </a:rPr>
                        <a:t>4</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44B3E1"/>
                    </a:solidFill>
                  </a:tcPr>
                </a:tc>
                <a:tc>
                  <a:txBody>
                    <a:bodyPr/>
                    <a:lstStyle/>
                    <a:p>
                      <a:pPr algn="l" fontAlgn="ctr"/>
                      <a:r>
                        <a:rPr lang="ja-JP" altLang="en-US" sz="1000" b="1" i="0" u="none" strike="noStrike" dirty="0">
                          <a:solidFill>
                            <a:srgbClr val="153D64"/>
                          </a:solidFill>
                          <a:effectLst/>
                          <a:latin typeface="+mn-ea"/>
                          <a:ea typeface="+mn-ea"/>
                        </a:rPr>
                        <a:t>構造化モデル</a:t>
                      </a:r>
                      <a:br>
                        <a:rPr lang="ja-JP" altLang="en-US" sz="1000" b="1" i="0" u="none" strike="noStrike" dirty="0">
                          <a:solidFill>
                            <a:srgbClr val="153D64"/>
                          </a:solidFill>
                          <a:effectLst/>
                          <a:latin typeface="+mn-ea"/>
                          <a:ea typeface="+mn-ea"/>
                        </a:rPr>
                      </a:br>
                      <a:r>
                        <a:rPr lang="en-US" altLang="ja-JP" sz="1000" b="1" i="0" u="none" strike="noStrike" dirty="0">
                          <a:solidFill>
                            <a:srgbClr val="153D64"/>
                          </a:solidFill>
                          <a:effectLst/>
                          <a:latin typeface="+mn-ea"/>
                          <a:ea typeface="+mn-ea"/>
                        </a:rPr>
                        <a:t>(</a:t>
                      </a:r>
                      <a:r>
                        <a:rPr lang="en-US" sz="1000" b="1" i="0" u="none" strike="noStrike" dirty="0">
                          <a:solidFill>
                            <a:srgbClr val="153D64"/>
                          </a:solidFill>
                          <a:effectLst/>
                          <a:latin typeface="+mn-ea"/>
                          <a:ea typeface="+mn-ea"/>
                        </a:rPr>
                        <a:t>Structured Design Model)</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44B3E1"/>
                    </a:solidFill>
                  </a:tcPr>
                </a:tc>
                <a:tc>
                  <a:txBody>
                    <a:bodyPr/>
                    <a:lstStyle/>
                    <a:p>
                      <a:pPr algn="l" fontAlgn="ctr"/>
                      <a:r>
                        <a:rPr lang="ja-JP" altLang="en-US" sz="1100" b="0" i="0" u="none" strike="noStrike" dirty="0">
                          <a:solidFill>
                            <a:srgbClr val="000000"/>
                          </a:solidFill>
                          <a:effectLst/>
                          <a:latin typeface="+mn-ea"/>
                          <a:ea typeface="+mn-ea"/>
                        </a:rPr>
                        <a:t>情報が要素レベルまで分解され、要素同士の関係性・依存・制約がトレース可能。</a:t>
                      </a:r>
                      <a:br>
                        <a:rPr lang="ja-JP" altLang="en-US" sz="1100" b="0" i="0" u="none" strike="noStrike" dirty="0">
                          <a:solidFill>
                            <a:srgbClr val="000000"/>
                          </a:solidFill>
                          <a:effectLst/>
                          <a:latin typeface="+mn-ea"/>
                          <a:ea typeface="+mn-ea"/>
                        </a:rPr>
                      </a:br>
                      <a:r>
                        <a:rPr lang="ja-JP" altLang="en-US" sz="1100" b="0" i="0" u="none" strike="noStrike" dirty="0">
                          <a:solidFill>
                            <a:srgbClr val="000000"/>
                          </a:solidFill>
                          <a:effectLst/>
                          <a:latin typeface="+mn-ea"/>
                          <a:ea typeface="+mn-ea"/>
                        </a:rPr>
                        <a:t>データとしての整合性チェックが可能。</a:t>
                      </a:r>
                    </a:p>
                  </a:txBody>
                  <a:tcPr marL="36000" marR="36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ja-JP" altLang="en-US" sz="1100" b="0" i="0" u="none" strike="noStrike" dirty="0">
                          <a:solidFill>
                            <a:srgbClr val="000000"/>
                          </a:solidFill>
                          <a:effectLst/>
                          <a:latin typeface="+mn-ea"/>
                          <a:ea typeface="+mn-ea"/>
                        </a:rPr>
                        <a:t>影響分析・再利用・自動生成（コード／テストなど）など高度な設計最適化が可能。</a:t>
                      </a:r>
                    </a:p>
                  </a:txBody>
                  <a:tcPr marL="36000" marR="36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ja-JP" altLang="en-US" sz="1100" b="0" i="0" u="none" strike="noStrike" dirty="0">
                          <a:solidFill>
                            <a:srgbClr val="000000"/>
                          </a:solidFill>
                          <a:effectLst/>
                          <a:latin typeface="+mn-ea"/>
                          <a:ea typeface="+mn-ea"/>
                        </a:rPr>
                        <a:t>モデル駆動での開発のリテラシーが組織に浸透。</a:t>
                      </a:r>
                      <a:br>
                        <a:rPr lang="ja-JP" altLang="en-US" sz="1100" b="0" i="0" u="none" strike="noStrike" dirty="0">
                          <a:solidFill>
                            <a:srgbClr val="000000"/>
                          </a:solidFill>
                          <a:effectLst/>
                          <a:latin typeface="+mn-ea"/>
                          <a:ea typeface="+mn-ea"/>
                        </a:rPr>
                      </a:br>
                      <a:r>
                        <a:rPr lang="ja-JP" altLang="en-US" sz="1100" b="0" i="0" u="none" strike="noStrike" dirty="0">
                          <a:solidFill>
                            <a:srgbClr val="000000"/>
                          </a:solidFill>
                          <a:effectLst/>
                          <a:latin typeface="+mn-ea"/>
                          <a:ea typeface="+mn-ea"/>
                        </a:rPr>
                        <a:t>設計作業が「文章を書く仕事」から「モデルを編集する仕事」に変わり、設計者の役割が「モデル編集者」と「ドメインエキスパート」として再定義される。</a:t>
                      </a:r>
                    </a:p>
                  </a:txBody>
                  <a:tcPr marL="36000" marR="36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69572815"/>
                  </a:ext>
                </a:extLst>
              </a:tr>
            </a:tbl>
          </a:graphicData>
        </a:graphic>
      </p:graphicFrame>
      <p:sp>
        <p:nvSpPr>
          <p:cNvPr id="15" name="二等辺三角形 14">
            <a:extLst>
              <a:ext uri="{FF2B5EF4-FFF2-40B4-BE49-F238E27FC236}">
                <a16:creationId xmlns:a16="http://schemas.microsoft.com/office/drawing/2014/main" id="{2DCD36A9-63F1-1ED6-AD0F-A87A5A18850B}"/>
              </a:ext>
            </a:extLst>
          </p:cNvPr>
          <p:cNvSpPr/>
          <p:nvPr/>
        </p:nvSpPr>
        <p:spPr>
          <a:xfrm>
            <a:off x="357834" y="2336797"/>
            <a:ext cx="578285" cy="2894158"/>
          </a:xfrm>
          <a:prstGeom prst="triangle">
            <a:avLst/>
          </a:prstGeom>
          <a:solidFill>
            <a:schemeClr val="tx2">
              <a:lumMod val="75000"/>
              <a:lumOff val="25000"/>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sp>
        <p:nvSpPr>
          <p:cNvPr id="7" name="矢印: 右 6">
            <a:hlinkClick r:id="rId3" action="ppaction://hlinksldjump"/>
            <a:extLst>
              <a:ext uri="{FF2B5EF4-FFF2-40B4-BE49-F238E27FC236}">
                <a16:creationId xmlns:a16="http://schemas.microsoft.com/office/drawing/2014/main" id="{E9C52903-9486-316D-1845-7E2C9B01D5A6}"/>
              </a:ext>
            </a:extLst>
          </p:cNvPr>
          <p:cNvSpPr/>
          <p:nvPr/>
        </p:nvSpPr>
        <p:spPr>
          <a:xfrm rot="10800000">
            <a:off x="11771698" y="345540"/>
            <a:ext cx="231006" cy="191328"/>
          </a:xfrm>
          <a:prstGeom prst="rightArrow">
            <a:avLst/>
          </a:prstGeom>
          <a:solidFill>
            <a:srgbClr val="00B0F0"/>
          </a:solidFill>
          <a:ln>
            <a:solidFill>
              <a:srgbClr val="00B0F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1897152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1F877FB-3B9C-A3CA-745E-527E02D2D3E9}"/>
              </a:ext>
            </a:extLst>
          </p:cNvPr>
          <p:cNvSpPr>
            <a:spLocks noGrp="1"/>
          </p:cNvSpPr>
          <p:nvPr>
            <p:ph type="title"/>
          </p:nvPr>
        </p:nvSpPr>
        <p:spPr/>
        <p:txBody>
          <a:bodyPr>
            <a:normAutofit fontScale="90000"/>
          </a:bodyPr>
          <a:lstStyle/>
          <a:p>
            <a:r>
              <a:rPr lang="ja-JP" altLang="en-US" sz="2600" dirty="0"/>
              <a:t> 部分的</a:t>
            </a:r>
            <a:r>
              <a:rPr lang="en-US" altLang="ja-JP" sz="2600" dirty="0"/>
              <a:t>/</a:t>
            </a:r>
            <a:r>
              <a:rPr lang="ja-JP" altLang="en-US" sz="2600" dirty="0"/>
              <a:t>段階的なデジタル化 </a:t>
            </a:r>
            <a:r>
              <a:rPr lang="en-US" altLang="ja-JP" sz="2000" dirty="0"/>
              <a:t>- </a:t>
            </a:r>
            <a:r>
              <a:rPr lang="ja-JP" altLang="en-US" sz="2000" dirty="0"/>
              <a:t>デジタル化のアクティビティ </a:t>
            </a:r>
            <a:r>
              <a:rPr lang="en-US" altLang="ja-JP" sz="2000" dirty="0"/>
              <a:t>-</a:t>
            </a:r>
            <a:endParaRPr kumimoji="1" lang="ja-JP" altLang="en-US" sz="2000" dirty="0"/>
          </a:p>
        </p:txBody>
      </p:sp>
      <p:sp>
        <p:nvSpPr>
          <p:cNvPr id="4" name="スライド番号プレースホルダー 3">
            <a:extLst>
              <a:ext uri="{FF2B5EF4-FFF2-40B4-BE49-F238E27FC236}">
                <a16:creationId xmlns:a16="http://schemas.microsoft.com/office/drawing/2014/main" id="{7999CF97-61DA-155F-23D1-66C7019E616F}"/>
              </a:ext>
            </a:extLst>
          </p:cNvPr>
          <p:cNvSpPr>
            <a:spLocks noGrp="1"/>
          </p:cNvSpPr>
          <p:nvPr>
            <p:ph type="sldNum" sz="quarter" idx="11"/>
          </p:nvPr>
        </p:nvSpPr>
        <p:spPr/>
        <p:txBody>
          <a:bodyPr/>
          <a:lstStyle/>
          <a:p>
            <a:fld id="{80F554CA-2BEA-3E4B-997B-FC51848F792A}" type="slidenum">
              <a:rPr lang="ja-JP" altLang="en-US" smtClean="0"/>
              <a:pPr/>
              <a:t>12</a:t>
            </a:fld>
            <a:r>
              <a:rPr lang="en-US" altLang="ja-JP" dirty="0">
                <a:ea typeface="Verdana" panose="020B0604030504040204" pitchFamily="34" charset="0"/>
              </a:rPr>
              <a:t> </a:t>
            </a:r>
            <a:endParaRPr lang="ja-JP" altLang="en-US" dirty="0"/>
          </a:p>
        </p:txBody>
      </p:sp>
      <p:pic>
        <p:nvPicPr>
          <p:cNvPr id="3085" name="コネクタ: カギ線 127">
            <a:extLst>
              <a:ext uri="{FF2B5EF4-FFF2-40B4-BE49-F238E27FC236}">
                <a16:creationId xmlns:a16="http://schemas.microsoft.com/office/drawing/2014/main" id="{A3FA3FD5-32C5-8B3A-F031-0191A8AEE7AF}"/>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5625" y="39688"/>
            <a:ext cx="65088" cy="328612"/>
          </a:xfrm>
          <a:prstGeom prst="rect">
            <a:avLst/>
          </a:prstGeom>
          <a:noFill/>
          <a:extLst>
            <a:ext uri="{909E8E84-426E-40DD-AFC4-6F175D3DCCD1}">
              <a14:hiddenFill xmlns:a14="http://schemas.microsoft.com/office/drawing/2010/main">
                <a:solidFill>
                  <a:srgbClr val="FFFFFF"/>
                </a:solidFill>
              </a14:hiddenFill>
            </a:ext>
          </a:extLst>
        </p:spPr>
      </p:pic>
      <p:sp>
        <p:nvSpPr>
          <p:cNvPr id="6" name="フッター プレースホルダー 4">
            <a:extLst>
              <a:ext uri="{FF2B5EF4-FFF2-40B4-BE49-F238E27FC236}">
                <a16:creationId xmlns:a16="http://schemas.microsoft.com/office/drawing/2014/main" id="{BBF31991-79F6-C7EC-B58A-77CFA3037B09}"/>
              </a:ext>
            </a:extLst>
          </p:cNvPr>
          <p:cNvSpPr>
            <a:spLocks noGrp="1"/>
          </p:cNvSpPr>
          <p:nvPr>
            <p:ph type="ftr" sz="quarter" idx="3"/>
          </p:nvPr>
        </p:nvSpPr>
        <p:spPr>
          <a:xfrm>
            <a:off x="1821991" y="6362236"/>
            <a:ext cx="6338841" cy="365463"/>
          </a:xfrm>
        </p:spPr>
        <p:txBody>
          <a:bodyPr/>
          <a:lstStyle/>
          <a:p>
            <a:r>
              <a:rPr lang="ja-JP" altLang="en-US" sz="1000" dirty="0"/>
              <a:t>設計成果デジタル化の軽量運用企画</a:t>
            </a:r>
            <a:r>
              <a:rPr lang="ja-JP" altLang="en-US" dirty="0"/>
              <a:t>　／　株式会社デンソークリエイト</a:t>
            </a:r>
            <a:endParaRPr lang="en-US" altLang="ja-JP" dirty="0"/>
          </a:p>
          <a:p>
            <a:r>
              <a:rPr lang="en-US" altLang="ja-JP" sz="1050" dirty="0"/>
              <a:t>@ DENSO CREATE INC. ALL RIGHTS RESERVED</a:t>
            </a:r>
            <a:endParaRPr lang="ja-JP" altLang="en-US" sz="1050" dirty="0"/>
          </a:p>
        </p:txBody>
      </p:sp>
      <p:graphicFrame>
        <p:nvGraphicFramePr>
          <p:cNvPr id="20" name="表 19">
            <a:extLst>
              <a:ext uri="{FF2B5EF4-FFF2-40B4-BE49-F238E27FC236}">
                <a16:creationId xmlns:a16="http://schemas.microsoft.com/office/drawing/2014/main" id="{FE4F521C-A9B4-8EFC-2445-FC34D9A5D8C0}"/>
              </a:ext>
            </a:extLst>
          </p:cNvPr>
          <p:cNvGraphicFramePr>
            <a:graphicFrameLocks noGrp="1"/>
          </p:cNvGraphicFramePr>
          <p:nvPr>
            <p:extLst>
              <p:ext uri="{D42A27DB-BD31-4B8C-83A1-F6EECF244321}">
                <p14:modId xmlns:p14="http://schemas.microsoft.com/office/powerpoint/2010/main" val="3302801622"/>
              </p:ext>
            </p:extLst>
          </p:nvPr>
        </p:nvGraphicFramePr>
        <p:xfrm>
          <a:off x="220876" y="1171638"/>
          <a:ext cx="11761360" cy="4335610"/>
        </p:xfrm>
        <a:graphic>
          <a:graphicData uri="http://schemas.openxmlformats.org/drawingml/2006/table">
            <a:tbl>
              <a:tblPr/>
              <a:tblGrid>
                <a:gridCol w="1701088">
                  <a:extLst>
                    <a:ext uri="{9D8B030D-6E8A-4147-A177-3AD203B41FA5}">
                      <a16:colId xmlns:a16="http://schemas.microsoft.com/office/drawing/2014/main" val="482618672"/>
                    </a:ext>
                  </a:extLst>
                </a:gridCol>
                <a:gridCol w="1848877">
                  <a:extLst>
                    <a:ext uri="{9D8B030D-6E8A-4147-A177-3AD203B41FA5}">
                      <a16:colId xmlns:a16="http://schemas.microsoft.com/office/drawing/2014/main" val="196682776"/>
                    </a:ext>
                  </a:extLst>
                </a:gridCol>
                <a:gridCol w="3118813">
                  <a:extLst>
                    <a:ext uri="{9D8B030D-6E8A-4147-A177-3AD203B41FA5}">
                      <a16:colId xmlns:a16="http://schemas.microsoft.com/office/drawing/2014/main" val="1376399063"/>
                    </a:ext>
                  </a:extLst>
                </a:gridCol>
                <a:gridCol w="2546291">
                  <a:extLst>
                    <a:ext uri="{9D8B030D-6E8A-4147-A177-3AD203B41FA5}">
                      <a16:colId xmlns:a16="http://schemas.microsoft.com/office/drawing/2014/main" val="1420347234"/>
                    </a:ext>
                  </a:extLst>
                </a:gridCol>
                <a:gridCol w="2546291">
                  <a:extLst>
                    <a:ext uri="{9D8B030D-6E8A-4147-A177-3AD203B41FA5}">
                      <a16:colId xmlns:a16="http://schemas.microsoft.com/office/drawing/2014/main" val="677361171"/>
                    </a:ext>
                  </a:extLst>
                </a:gridCol>
              </a:tblGrid>
              <a:tr h="344777">
                <a:tc gridSpan="2">
                  <a:txBody>
                    <a:bodyPr/>
                    <a:lstStyle/>
                    <a:p>
                      <a:pPr algn="ctr" fontAlgn="ctr"/>
                      <a:r>
                        <a:rPr lang="ja-JP" altLang="en-US" sz="1200" b="1" i="0" u="none" strike="noStrike" dirty="0">
                          <a:solidFill>
                            <a:srgbClr val="FFFFFF"/>
                          </a:solidFill>
                          <a:effectLst/>
                          <a:latin typeface="+mn-ea"/>
                          <a:ea typeface="+mn-ea"/>
                        </a:rPr>
                        <a:t>設計デジタル化の成熟モデル</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8080"/>
                    </a:solidFill>
                  </a:tcPr>
                </a:tc>
                <a:tc hMerge="1">
                  <a:txBody>
                    <a:bodyPr/>
                    <a:lstStyle/>
                    <a:p>
                      <a:endParaRPr kumimoji="1" lang="ja-JP" altLang="en-US"/>
                    </a:p>
                  </a:txBody>
                  <a:tcPr>
                    <a:lnL w="6350" cap="flat" cmpd="sng" algn="ctr">
                      <a:solidFill>
                        <a:srgbClr val="000000"/>
                      </a:solidFill>
                      <a:prstDash val="solid"/>
                      <a:round/>
                      <a:headEnd type="none" w="med" len="med"/>
                      <a:tailEnd type="none" w="med" len="med"/>
                    </a:lnL>
                  </a:tcPr>
                </a:tc>
                <a:tc>
                  <a:txBody>
                    <a:bodyPr/>
                    <a:lstStyle/>
                    <a:p>
                      <a:pPr algn="ctr" fontAlgn="ctr"/>
                      <a:r>
                        <a:rPr lang="ja-JP" altLang="en-US" sz="1200" b="1" i="0" u="none" strike="noStrike" dirty="0">
                          <a:solidFill>
                            <a:srgbClr val="FFFFFF"/>
                          </a:solidFill>
                          <a:effectLst/>
                          <a:latin typeface="+mn-ea"/>
                          <a:ea typeface="+mn-ea"/>
                        </a:rPr>
                        <a:t>アクティビティ</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8080"/>
                    </a:solidFill>
                  </a:tcPr>
                </a:tc>
                <a:tc>
                  <a:txBody>
                    <a:bodyPr/>
                    <a:lstStyle/>
                    <a:p>
                      <a:pPr algn="ctr" fontAlgn="ctr"/>
                      <a:r>
                        <a:rPr lang="ja-JP" altLang="en-US" sz="1200" b="1" i="0" u="none" strike="noStrike" dirty="0">
                          <a:solidFill>
                            <a:srgbClr val="FFFFFF"/>
                          </a:solidFill>
                          <a:effectLst/>
                          <a:latin typeface="+mn-ea"/>
                          <a:ea typeface="+mn-ea"/>
                        </a:rPr>
                        <a:t>システムの形式支援</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8080"/>
                    </a:solidFill>
                  </a:tcPr>
                </a:tc>
                <a:tc>
                  <a:txBody>
                    <a:bodyPr/>
                    <a:lstStyle/>
                    <a:p>
                      <a:pPr algn="ctr" fontAlgn="ctr"/>
                      <a:r>
                        <a:rPr lang="ja-JP" altLang="en-US" sz="1200" b="1" i="0" u="none" strike="noStrike" dirty="0">
                          <a:solidFill>
                            <a:srgbClr val="FFFFFF"/>
                          </a:solidFill>
                          <a:effectLst/>
                          <a:latin typeface="+mn-ea"/>
                          <a:ea typeface="+mn-ea"/>
                        </a:rPr>
                        <a:t>システムの</a:t>
                      </a:r>
                      <a:r>
                        <a:rPr lang="en-US" altLang="ja-JP" sz="1200" b="1" i="0" u="none" strike="noStrike" dirty="0">
                          <a:solidFill>
                            <a:srgbClr val="FFFFFF"/>
                          </a:solidFill>
                          <a:effectLst/>
                          <a:latin typeface="+mn-ea"/>
                          <a:ea typeface="+mn-ea"/>
                        </a:rPr>
                        <a:t>AI</a:t>
                      </a:r>
                      <a:r>
                        <a:rPr lang="ja-JP" altLang="en-US" sz="1200" b="1" i="0" u="none" strike="noStrike" dirty="0">
                          <a:solidFill>
                            <a:srgbClr val="FFFFFF"/>
                          </a:solidFill>
                          <a:effectLst/>
                          <a:latin typeface="+mn-ea"/>
                          <a:ea typeface="+mn-ea"/>
                        </a:rPr>
                        <a:t>支援</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8080"/>
                    </a:solidFill>
                  </a:tcPr>
                </a:tc>
                <a:extLst>
                  <a:ext uri="{0D108BD9-81ED-4DB2-BD59-A6C34878D82A}">
                    <a16:rowId xmlns:a16="http://schemas.microsoft.com/office/drawing/2014/main" val="3372613791"/>
                  </a:ext>
                </a:extLst>
              </a:tr>
              <a:tr h="570119">
                <a:tc rowSpan="2">
                  <a:txBody>
                    <a:bodyPr/>
                    <a:lstStyle/>
                    <a:p>
                      <a:pPr algn="ctr" fontAlgn="ctr"/>
                      <a:r>
                        <a:rPr lang="ja-JP" altLang="en-US" sz="1000" b="1" i="0" u="none" strike="noStrike" dirty="0">
                          <a:solidFill>
                            <a:srgbClr val="153D64"/>
                          </a:solidFill>
                          <a:effectLst/>
                          <a:latin typeface="+mn-ea"/>
                          <a:ea typeface="+mn-ea"/>
                        </a:rPr>
                        <a:t>デジタルペーパー</a:t>
                      </a:r>
                      <a:endParaRPr lang="en-US" altLang="ja-JP" sz="1000" b="1" i="0" u="none" strike="noStrike" dirty="0">
                        <a:solidFill>
                          <a:srgbClr val="153D64"/>
                        </a:solidFill>
                        <a:effectLst/>
                        <a:latin typeface="+mn-ea"/>
                        <a:ea typeface="+mn-ea"/>
                      </a:endParaRPr>
                    </a:p>
                    <a:p>
                      <a:pPr algn="ctr" fontAlgn="ctr"/>
                      <a:r>
                        <a:rPr lang="ja-JP" altLang="en-US" sz="1000" b="1" i="0" u="none" strike="noStrike" dirty="0">
                          <a:solidFill>
                            <a:srgbClr val="153D64"/>
                          </a:solidFill>
                          <a:effectLst/>
                          <a:latin typeface="+mn-ea"/>
                          <a:ea typeface="+mn-ea"/>
                        </a:rPr>
                        <a:t>↓</a:t>
                      </a:r>
                      <a:endParaRPr lang="en-US" altLang="ja-JP" sz="1000" b="1" i="0" u="none" strike="noStrike" dirty="0">
                        <a:solidFill>
                          <a:srgbClr val="153D64"/>
                        </a:solidFill>
                        <a:effectLst/>
                        <a:latin typeface="+mn-ea"/>
                        <a:ea typeface="+mn-ea"/>
                      </a:endParaRPr>
                    </a:p>
                    <a:p>
                      <a:pPr algn="ctr" fontAlgn="ctr"/>
                      <a:r>
                        <a:rPr lang="ja-JP" altLang="en-US" sz="1000" b="1" i="0" u="none" strike="noStrike" dirty="0">
                          <a:solidFill>
                            <a:srgbClr val="153D64"/>
                          </a:solidFill>
                          <a:effectLst/>
                          <a:latin typeface="+mn-ea"/>
                          <a:ea typeface="+mn-ea"/>
                        </a:rPr>
                        <a:t>整理されたデジタル資産</a:t>
                      </a:r>
                      <a:endParaRPr lang="en-US" altLang="ja-JP" sz="1000" b="1" i="0" u="none" strike="noStrike" dirty="0">
                        <a:solidFill>
                          <a:srgbClr val="153D64"/>
                        </a:solidFill>
                        <a:effectLst/>
                        <a:latin typeface="+mn-ea"/>
                        <a:ea typeface="+mn-ea"/>
                      </a:endParaRP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7BCAE9"/>
                    </a:solidFill>
                  </a:tcPr>
                </a:tc>
                <a:tc rowSpan="2">
                  <a:txBody>
                    <a:bodyPr/>
                    <a:lstStyle/>
                    <a:p>
                      <a:pPr algn="l" fontAlgn="ctr"/>
                      <a:r>
                        <a:rPr lang="ja-JP" altLang="en-US" sz="1000" b="1" i="0" u="none" strike="noStrike" dirty="0">
                          <a:solidFill>
                            <a:srgbClr val="153D64"/>
                          </a:solidFill>
                          <a:effectLst/>
                          <a:latin typeface="+mn-ea"/>
                          <a:ea typeface="+mn-ea"/>
                        </a:rPr>
                        <a:t>散在した情報を集約</a:t>
                      </a:r>
                      <a:r>
                        <a:rPr lang="en-US" altLang="ja-JP" sz="1000" b="1" i="0" u="none" strike="noStrike" dirty="0">
                          <a:solidFill>
                            <a:srgbClr val="153D64"/>
                          </a:solidFill>
                          <a:effectLst/>
                          <a:latin typeface="+mn-ea"/>
                          <a:ea typeface="+mn-ea"/>
                        </a:rPr>
                        <a:t>/</a:t>
                      </a:r>
                      <a:r>
                        <a:rPr lang="ja-JP" altLang="en-US" sz="1000" b="1" i="0" u="none" strike="noStrike" dirty="0">
                          <a:solidFill>
                            <a:srgbClr val="153D64"/>
                          </a:solidFill>
                          <a:effectLst/>
                          <a:latin typeface="+mn-ea"/>
                          <a:ea typeface="+mn-ea"/>
                        </a:rPr>
                        <a:t>整理し、</a:t>
                      </a:r>
                      <a:endParaRPr lang="en-US" altLang="ja-JP" sz="1000" b="1" i="0" u="none" strike="noStrike" dirty="0">
                        <a:solidFill>
                          <a:srgbClr val="153D64"/>
                        </a:solidFill>
                        <a:effectLst/>
                        <a:latin typeface="+mn-ea"/>
                        <a:ea typeface="+mn-ea"/>
                      </a:endParaRPr>
                    </a:p>
                    <a:p>
                      <a:pPr algn="l" fontAlgn="ctr"/>
                      <a:r>
                        <a:rPr lang="ja-JP" altLang="en-US" sz="1000" b="1" i="0" u="none" strike="noStrike" dirty="0">
                          <a:solidFill>
                            <a:srgbClr val="153D64"/>
                          </a:solidFill>
                          <a:effectLst/>
                          <a:latin typeface="+mn-ea"/>
                          <a:ea typeface="+mn-ea"/>
                        </a:rPr>
                        <a:t>使える資産にする</a:t>
                      </a:r>
                      <a:endParaRPr lang="en-US" sz="1000" b="1" i="0" u="none" strike="noStrike" dirty="0">
                        <a:solidFill>
                          <a:srgbClr val="153D64"/>
                        </a:solidFill>
                        <a:effectLst/>
                        <a:latin typeface="+mn-ea"/>
                        <a:ea typeface="+mn-ea"/>
                      </a:endParaRP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a:noFill/>
                    </a:lnB>
                    <a:solidFill>
                      <a:srgbClr val="7BCAE9"/>
                    </a:solidFill>
                  </a:tcPr>
                </a:tc>
                <a:tc>
                  <a:txBody>
                    <a:bodyPr/>
                    <a:lstStyle/>
                    <a:p>
                      <a:pPr algn="l" fontAlgn="ctr"/>
                      <a:r>
                        <a:rPr lang="ja-JP" altLang="en-US" sz="1100" b="0" i="0" u="none" strike="noStrike" dirty="0">
                          <a:solidFill>
                            <a:srgbClr val="000000"/>
                          </a:solidFill>
                          <a:effectLst/>
                          <a:latin typeface="+mn-ea"/>
                          <a:ea typeface="+mn-ea"/>
                        </a:rPr>
                        <a:t>散在情報の収集</a:t>
                      </a:r>
                    </a:p>
                  </a:txBody>
                  <a:tcPr marL="36000" marR="36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171450" indent="-171450" algn="l" fontAlgn="ctr">
                        <a:buFont typeface="Wingdings" panose="05000000000000000000" pitchFamily="2" charset="2"/>
                        <a:buChar char="ü"/>
                      </a:pPr>
                      <a:r>
                        <a:rPr lang="ja-JP" altLang="en-US" sz="1100" b="0" i="0" u="none" strike="noStrike" dirty="0">
                          <a:solidFill>
                            <a:srgbClr val="000000"/>
                          </a:solidFill>
                          <a:effectLst/>
                          <a:latin typeface="+mn-ea"/>
                          <a:ea typeface="+mn-ea"/>
                        </a:rPr>
                        <a:t>特定フォルダのファイルの自動吸い上げ</a:t>
                      </a:r>
                    </a:p>
                  </a:txBody>
                  <a:tcPr marL="36000" marR="36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ja-JP" altLang="en-US" sz="1100" b="0" i="0" u="none" strike="noStrike" dirty="0">
                          <a:solidFill>
                            <a:srgbClr val="000000"/>
                          </a:solidFill>
                          <a:effectLst/>
                          <a:latin typeface="+mn-ea"/>
                          <a:ea typeface="+mn-ea"/>
                        </a:rPr>
                        <a:t>ー</a:t>
                      </a:r>
                    </a:p>
                  </a:txBody>
                  <a:tcPr marL="36000" marR="36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4515075"/>
                  </a:ext>
                </a:extLst>
              </a:tr>
              <a:tr h="570119">
                <a:tc vMerge="1">
                  <a:txBody>
                    <a:bodyPr/>
                    <a:lstStyle/>
                    <a:p>
                      <a:endParaRPr kumimoji="1" lang="ja-JP" altLang="en-US"/>
                    </a:p>
                  </a:txBody>
                  <a:tcPr/>
                </a:tc>
                <a:tc vMerge="1">
                  <a:txBody>
                    <a:bodyPr/>
                    <a:lstStyle/>
                    <a:p>
                      <a:endParaRPr kumimoji="1" lang="ja-JP" altLang="en-US"/>
                    </a:p>
                  </a:txBody>
                  <a:tcPr/>
                </a:tc>
                <a:tc>
                  <a:txBody>
                    <a:bodyPr/>
                    <a:lstStyle/>
                    <a:p>
                      <a:pPr algn="l" fontAlgn="ctr"/>
                      <a:r>
                        <a:rPr lang="ja-JP" altLang="en-US" sz="1100" b="0" i="0" u="none" strike="noStrike" dirty="0">
                          <a:solidFill>
                            <a:srgbClr val="000000"/>
                          </a:solidFill>
                          <a:effectLst/>
                          <a:latin typeface="+mn-ea"/>
                          <a:ea typeface="+mn-ea"/>
                        </a:rPr>
                        <a:t>情報の内容に応じて意味付け</a:t>
                      </a:r>
                      <a:r>
                        <a:rPr lang="en-US" altLang="ja-JP" sz="1100" b="0" i="0" u="none" strike="noStrike" dirty="0">
                          <a:solidFill>
                            <a:srgbClr val="000000"/>
                          </a:solidFill>
                          <a:effectLst/>
                          <a:latin typeface="+mn-ea"/>
                          <a:ea typeface="+mn-ea"/>
                        </a:rPr>
                        <a:t>/</a:t>
                      </a:r>
                      <a:r>
                        <a:rPr lang="ja-JP" altLang="en-US" sz="1100" b="0" i="0" u="none" strike="noStrike" dirty="0">
                          <a:solidFill>
                            <a:srgbClr val="000000"/>
                          </a:solidFill>
                          <a:effectLst/>
                          <a:latin typeface="+mn-ea"/>
                          <a:ea typeface="+mn-ea"/>
                        </a:rPr>
                        <a:t>分類（タグ付け）</a:t>
                      </a:r>
                    </a:p>
                  </a:txBody>
                  <a:tcPr marL="36000" marR="36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171450" indent="-171450" algn="l" fontAlgn="ctr">
                        <a:buFont typeface="Wingdings" panose="05000000000000000000" pitchFamily="2" charset="2"/>
                        <a:buChar char="ü"/>
                      </a:pPr>
                      <a:r>
                        <a:rPr lang="ja-JP" altLang="en-US" sz="1100" b="0" i="0" u="none" strike="noStrike" dirty="0">
                          <a:solidFill>
                            <a:srgbClr val="000000"/>
                          </a:solidFill>
                          <a:effectLst/>
                          <a:latin typeface="+mn-ea"/>
                          <a:ea typeface="+mn-ea"/>
                        </a:rPr>
                        <a:t>既定のタグ候補を提示</a:t>
                      </a:r>
                      <a:endParaRPr lang="en-US" altLang="ja-JP" sz="1100" b="0" i="0" u="none" strike="noStrike" dirty="0">
                        <a:solidFill>
                          <a:srgbClr val="000000"/>
                        </a:solidFill>
                        <a:effectLst/>
                        <a:latin typeface="+mn-ea"/>
                        <a:ea typeface="+mn-ea"/>
                      </a:endParaRPr>
                    </a:p>
                    <a:p>
                      <a:pPr marL="171450" indent="-171450" algn="l" fontAlgn="ctr">
                        <a:buFont typeface="Wingdings" panose="05000000000000000000" pitchFamily="2" charset="2"/>
                        <a:buChar char="ü"/>
                      </a:pPr>
                      <a:r>
                        <a:rPr lang="ja-JP" altLang="en-US" sz="1100" b="0" i="0" u="none" strike="noStrike" dirty="0">
                          <a:solidFill>
                            <a:srgbClr val="000000"/>
                          </a:solidFill>
                          <a:effectLst/>
                          <a:latin typeface="+mn-ea"/>
                          <a:ea typeface="+mn-ea"/>
                        </a:rPr>
                        <a:t>ファイル名に含まれる既定タグを自動付与</a:t>
                      </a:r>
                      <a:endParaRPr lang="en-US" altLang="ja-JP" sz="1100" b="0" i="0" u="none" strike="noStrike" dirty="0">
                        <a:solidFill>
                          <a:srgbClr val="000000"/>
                        </a:solidFill>
                        <a:effectLst/>
                        <a:latin typeface="+mn-ea"/>
                        <a:ea typeface="+mn-ea"/>
                      </a:endParaRPr>
                    </a:p>
                    <a:p>
                      <a:pPr marL="171450" indent="-171450" algn="l" fontAlgn="ctr">
                        <a:buFont typeface="Wingdings" panose="05000000000000000000" pitchFamily="2" charset="2"/>
                        <a:buChar char="ü"/>
                      </a:pPr>
                      <a:r>
                        <a:rPr lang="ja-JP" altLang="en-US" sz="1100" b="0" i="0" u="none" strike="noStrike" dirty="0">
                          <a:solidFill>
                            <a:srgbClr val="000000"/>
                          </a:solidFill>
                          <a:effectLst/>
                          <a:latin typeface="+mn-ea"/>
                          <a:ea typeface="+mn-ea"/>
                        </a:rPr>
                        <a:t>タグ別の情報数の可視化</a:t>
                      </a:r>
                      <a:endParaRPr lang="en-US" altLang="ja-JP" sz="1100" b="0" i="0" u="none" strike="noStrike" dirty="0">
                        <a:solidFill>
                          <a:srgbClr val="000000"/>
                        </a:solidFill>
                        <a:effectLst/>
                        <a:latin typeface="+mn-ea"/>
                        <a:ea typeface="+mn-ea"/>
                      </a:endParaRPr>
                    </a:p>
                  </a:txBody>
                  <a:tcPr marL="36000" marR="36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171450" indent="-171450" algn="l" fontAlgn="ctr">
                        <a:buFont typeface="Wingdings" panose="05000000000000000000" pitchFamily="2" charset="2"/>
                        <a:buChar char="ü"/>
                      </a:pPr>
                      <a:r>
                        <a:rPr lang="ja-JP" altLang="en-US" sz="1100" b="0" i="0" u="none" strike="noStrike" dirty="0">
                          <a:solidFill>
                            <a:srgbClr val="000000"/>
                          </a:solidFill>
                          <a:effectLst/>
                          <a:latin typeface="+mn-ea"/>
                          <a:ea typeface="+mn-ea"/>
                        </a:rPr>
                        <a:t>ファイル内容の要約</a:t>
                      </a:r>
                      <a:endParaRPr lang="en-US" altLang="ja-JP" sz="1100" b="0" i="0" u="none" strike="noStrike" dirty="0">
                        <a:solidFill>
                          <a:srgbClr val="000000"/>
                        </a:solidFill>
                        <a:effectLst/>
                        <a:latin typeface="+mn-ea"/>
                        <a:ea typeface="+mn-ea"/>
                      </a:endParaRPr>
                    </a:p>
                    <a:p>
                      <a:pPr marL="171450" indent="-171450" algn="l" fontAlgn="ctr">
                        <a:buFont typeface="Wingdings" panose="05000000000000000000" pitchFamily="2" charset="2"/>
                        <a:buChar char="ü"/>
                      </a:pPr>
                      <a:r>
                        <a:rPr lang="ja-JP" altLang="en-US" sz="1100" b="0" i="0" u="none" strike="noStrike" dirty="0">
                          <a:solidFill>
                            <a:srgbClr val="000000"/>
                          </a:solidFill>
                          <a:effectLst/>
                          <a:latin typeface="+mn-ea"/>
                          <a:ea typeface="+mn-ea"/>
                        </a:rPr>
                        <a:t>内容に基づくタグ候補サジェスト</a:t>
                      </a:r>
                    </a:p>
                  </a:txBody>
                  <a:tcPr marL="36000" marR="36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90220635"/>
                  </a:ext>
                </a:extLst>
              </a:tr>
              <a:tr h="570119">
                <a:tc rowSpan="3">
                  <a:txBody>
                    <a:bodyPr/>
                    <a:lstStyle/>
                    <a:p>
                      <a:pPr algn="ctr" fontAlgn="ctr"/>
                      <a:r>
                        <a:rPr lang="ja-JP" altLang="en-US" sz="1000" b="1" i="0" u="none" strike="noStrike" dirty="0">
                          <a:solidFill>
                            <a:srgbClr val="153D64"/>
                          </a:solidFill>
                          <a:effectLst/>
                          <a:latin typeface="+mn-ea"/>
                          <a:ea typeface="+mn-ea"/>
                        </a:rPr>
                        <a:t>　↓</a:t>
                      </a:r>
                      <a:endParaRPr lang="en-US" altLang="ja-JP" sz="1000" b="1" i="0" u="none" strike="noStrike" dirty="0">
                        <a:solidFill>
                          <a:srgbClr val="153D64"/>
                        </a:solidFill>
                        <a:effectLst/>
                        <a:latin typeface="+mn-ea"/>
                        <a:ea typeface="+mn-ea"/>
                      </a:endParaRPr>
                    </a:p>
                    <a:p>
                      <a:pPr algn="ctr" fontAlgn="ctr"/>
                      <a:r>
                        <a:rPr lang="ja-JP" altLang="en-US" sz="1000" b="1" i="0" u="none" strike="noStrike" dirty="0">
                          <a:solidFill>
                            <a:srgbClr val="153D64"/>
                          </a:solidFill>
                          <a:effectLst/>
                          <a:latin typeface="+mn-ea"/>
                          <a:ea typeface="+mn-ea"/>
                        </a:rPr>
                        <a:t>意味論に基づく階層化モデル</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5ABDE4"/>
                    </a:solidFill>
                  </a:tcPr>
                </a:tc>
                <a:tc rowSpan="3">
                  <a:txBody>
                    <a:bodyPr/>
                    <a:lstStyle/>
                    <a:p>
                      <a:pPr algn="l" fontAlgn="ctr"/>
                      <a:r>
                        <a:rPr lang="ja-JP" altLang="en-US" sz="1000" b="1" i="0" u="none" strike="noStrike" dirty="0">
                          <a:solidFill>
                            <a:srgbClr val="153D64"/>
                          </a:solidFill>
                          <a:effectLst/>
                          <a:latin typeface="+mn-ea"/>
                          <a:ea typeface="+mn-ea"/>
                        </a:rPr>
                        <a:t>資料を設計の意味論に基づいて分割</a:t>
                      </a:r>
                      <a:r>
                        <a:rPr lang="en-US" altLang="ja-JP" sz="1000" b="1" i="0" u="none" strike="noStrike" dirty="0">
                          <a:solidFill>
                            <a:srgbClr val="153D64"/>
                          </a:solidFill>
                          <a:effectLst/>
                          <a:latin typeface="+mn-ea"/>
                          <a:ea typeface="+mn-ea"/>
                        </a:rPr>
                        <a:t>/</a:t>
                      </a:r>
                      <a:r>
                        <a:rPr lang="ja-JP" altLang="en-US" sz="1000" b="1" i="0" u="none" strike="noStrike" dirty="0">
                          <a:solidFill>
                            <a:srgbClr val="153D64"/>
                          </a:solidFill>
                          <a:effectLst/>
                          <a:latin typeface="+mn-ea"/>
                          <a:ea typeface="+mn-ea"/>
                        </a:rPr>
                        <a:t>統合し、論理的な階層化モデルに昇華する</a:t>
                      </a:r>
                      <a:endParaRPr lang="en-US" sz="1000" b="1" i="0" u="none" strike="noStrike" dirty="0">
                        <a:solidFill>
                          <a:srgbClr val="153D64"/>
                        </a:solidFill>
                        <a:effectLst/>
                        <a:latin typeface="+mn-ea"/>
                        <a:ea typeface="+mn-ea"/>
                      </a:endParaRP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5ABDE4"/>
                    </a:solidFill>
                  </a:tcPr>
                </a:tc>
                <a:tc>
                  <a:txBody>
                    <a:bodyPr/>
                    <a:lstStyle/>
                    <a:p>
                      <a:pPr algn="l" fontAlgn="ctr"/>
                      <a:r>
                        <a:rPr lang="ja-JP" altLang="en-US" sz="1100" b="0" i="0" u="none" strike="noStrike" dirty="0">
                          <a:solidFill>
                            <a:srgbClr val="000000"/>
                          </a:solidFill>
                          <a:effectLst/>
                          <a:latin typeface="+mn-ea"/>
                          <a:ea typeface="+mn-ea"/>
                        </a:rPr>
                        <a:t>設計の意味論に基づいて、設計情報を分割</a:t>
                      </a:r>
                      <a:r>
                        <a:rPr lang="en-US" altLang="ja-JP" sz="1100" b="0" i="0" u="none" strike="noStrike" dirty="0">
                          <a:solidFill>
                            <a:srgbClr val="000000"/>
                          </a:solidFill>
                          <a:effectLst/>
                          <a:latin typeface="+mn-ea"/>
                          <a:ea typeface="+mn-ea"/>
                        </a:rPr>
                        <a:t>/</a:t>
                      </a:r>
                      <a:r>
                        <a:rPr lang="ja-JP" altLang="en-US" sz="1100" b="0" i="0" u="none" strike="noStrike" dirty="0">
                          <a:solidFill>
                            <a:srgbClr val="000000"/>
                          </a:solidFill>
                          <a:effectLst/>
                          <a:latin typeface="+mn-ea"/>
                          <a:ea typeface="+mn-ea"/>
                        </a:rPr>
                        <a:t>統合</a:t>
                      </a:r>
                    </a:p>
                  </a:txBody>
                  <a:tcPr marL="36000" marR="36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171450" indent="-171450" algn="l" fontAlgn="ctr">
                        <a:buFont typeface="Wingdings" panose="05000000000000000000" pitchFamily="2" charset="2"/>
                        <a:buChar char="ü"/>
                      </a:pPr>
                      <a:r>
                        <a:rPr lang="ja-JP" altLang="en-US" sz="1100" b="0" i="0" u="none" strike="noStrike" dirty="0">
                          <a:solidFill>
                            <a:srgbClr val="000000"/>
                          </a:solidFill>
                          <a:effectLst/>
                          <a:latin typeface="+mn-ea"/>
                          <a:ea typeface="+mn-ea"/>
                        </a:rPr>
                        <a:t>ファイルの論理分割</a:t>
                      </a:r>
                      <a:r>
                        <a:rPr lang="en-US" altLang="ja-JP" sz="1100" b="0" i="0" u="none" strike="noStrike" dirty="0">
                          <a:solidFill>
                            <a:srgbClr val="000000"/>
                          </a:solidFill>
                          <a:effectLst/>
                          <a:latin typeface="+mn-ea"/>
                          <a:ea typeface="+mn-ea"/>
                        </a:rPr>
                        <a:t>/</a:t>
                      </a:r>
                      <a:r>
                        <a:rPr lang="ja-JP" altLang="en-US" sz="1100" b="0" i="0" u="none" strike="noStrike" dirty="0">
                          <a:solidFill>
                            <a:srgbClr val="000000"/>
                          </a:solidFill>
                          <a:effectLst/>
                          <a:latin typeface="+mn-ea"/>
                          <a:ea typeface="+mn-ea"/>
                        </a:rPr>
                        <a:t>統合支援</a:t>
                      </a:r>
                      <a:endParaRPr lang="en-US" altLang="ja-JP" sz="1100" b="0" i="0" u="none" strike="noStrike" dirty="0">
                        <a:solidFill>
                          <a:srgbClr val="000000"/>
                        </a:solidFill>
                        <a:effectLst/>
                        <a:latin typeface="+mn-ea"/>
                        <a:ea typeface="+mn-ea"/>
                      </a:endParaRPr>
                    </a:p>
                  </a:txBody>
                  <a:tcPr marL="36000" marR="36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171450" indent="-171450" algn="l" fontAlgn="ctr">
                        <a:buFont typeface="Wingdings" panose="05000000000000000000" pitchFamily="2" charset="2"/>
                        <a:buChar char="ü"/>
                      </a:pPr>
                      <a:r>
                        <a:rPr lang="ja-JP" altLang="en-US" sz="1100" b="0" i="0" u="none" strike="noStrike" dirty="0">
                          <a:solidFill>
                            <a:srgbClr val="000000"/>
                          </a:solidFill>
                          <a:effectLst/>
                          <a:latin typeface="+mn-ea"/>
                          <a:ea typeface="+mn-ea"/>
                        </a:rPr>
                        <a:t>設計情報をどこで分割すべきかを提案</a:t>
                      </a:r>
                    </a:p>
                  </a:txBody>
                  <a:tcPr marL="36000" marR="36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78414619"/>
                  </a:ext>
                </a:extLst>
              </a:tr>
              <a:tr h="570119">
                <a:tc vMerge="1">
                  <a:txBody>
                    <a:bodyPr/>
                    <a:lstStyle/>
                    <a:p>
                      <a:endParaRPr kumimoji="1" lang="ja-JP" altLang="en-US"/>
                    </a:p>
                  </a:txBody>
                  <a:tcPr/>
                </a:tc>
                <a:tc vMerge="1">
                  <a:txBody>
                    <a:bodyPr/>
                    <a:lstStyle/>
                    <a:p>
                      <a:endParaRPr kumimoji="1" lang="ja-JP" altLang="en-US"/>
                    </a:p>
                  </a:txBody>
                  <a:tcPr/>
                </a:tc>
                <a:tc>
                  <a:txBody>
                    <a:bodyPr/>
                    <a:lstStyle/>
                    <a:p>
                      <a:pPr algn="l" fontAlgn="ctr"/>
                      <a:r>
                        <a:rPr lang="ja-JP" altLang="en-US" sz="1100" b="0" i="0" u="none" strike="noStrike" dirty="0">
                          <a:solidFill>
                            <a:srgbClr val="000000"/>
                          </a:solidFill>
                          <a:effectLst/>
                          <a:latin typeface="+mn-ea"/>
                          <a:ea typeface="+mn-ea"/>
                        </a:rPr>
                        <a:t>分割</a:t>
                      </a:r>
                      <a:r>
                        <a:rPr lang="en-US" altLang="ja-JP" sz="1100" b="0" i="0" u="none" strike="noStrike" dirty="0">
                          <a:solidFill>
                            <a:srgbClr val="000000"/>
                          </a:solidFill>
                          <a:effectLst/>
                          <a:latin typeface="+mn-ea"/>
                          <a:ea typeface="+mn-ea"/>
                        </a:rPr>
                        <a:t>/</a:t>
                      </a:r>
                      <a:r>
                        <a:rPr lang="ja-JP" altLang="en-US" sz="1100" b="0" i="0" u="none" strike="noStrike" dirty="0">
                          <a:solidFill>
                            <a:srgbClr val="000000"/>
                          </a:solidFill>
                          <a:effectLst/>
                          <a:latin typeface="+mn-ea"/>
                          <a:ea typeface="+mn-ea"/>
                        </a:rPr>
                        <a:t>統合した情報を適切な階層に割り当て</a:t>
                      </a:r>
                    </a:p>
                  </a:txBody>
                  <a:tcPr marL="36000" marR="36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171450" indent="-171450" algn="l" fontAlgn="ctr">
                        <a:buFont typeface="Wingdings" panose="05000000000000000000" pitchFamily="2" charset="2"/>
                        <a:buChar char="ü"/>
                      </a:pPr>
                      <a:r>
                        <a:rPr lang="ja-JP" altLang="en-US" sz="1100" b="0" i="0" u="none" strike="noStrike" dirty="0">
                          <a:solidFill>
                            <a:srgbClr val="000000"/>
                          </a:solidFill>
                          <a:effectLst/>
                          <a:latin typeface="+mn-ea"/>
                          <a:ea typeface="+mn-ea"/>
                        </a:rPr>
                        <a:t>階層別の情報数の可視化</a:t>
                      </a:r>
                    </a:p>
                  </a:txBody>
                  <a:tcPr marL="36000" marR="36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171450" indent="-171450" algn="l" fontAlgn="ctr">
                        <a:buFont typeface="Wingdings" panose="05000000000000000000" pitchFamily="2" charset="2"/>
                        <a:buChar char="ü"/>
                      </a:pPr>
                      <a:r>
                        <a:rPr lang="ja-JP" altLang="en-US" sz="1100" b="0" i="0" u="none" strike="noStrike" dirty="0">
                          <a:solidFill>
                            <a:srgbClr val="000000"/>
                          </a:solidFill>
                          <a:effectLst/>
                          <a:latin typeface="+mn-ea"/>
                          <a:ea typeface="+mn-ea"/>
                        </a:rPr>
                        <a:t>割り当て先の候補サジェスト</a:t>
                      </a:r>
                    </a:p>
                  </a:txBody>
                  <a:tcPr marL="36000" marR="36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71423675"/>
                  </a:ext>
                </a:extLst>
              </a:tr>
              <a:tr h="570119">
                <a:tc vMerge="1">
                  <a:txBody>
                    <a:bodyPr/>
                    <a:lstStyle/>
                    <a:p>
                      <a:pPr algn="ctr" fontAlgn="ctr"/>
                      <a:endParaRPr lang="ja-JP" altLang="en-US" sz="1000" b="1" i="0" u="none" strike="noStrike" dirty="0">
                        <a:solidFill>
                          <a:srgbClr val="153D64"/>
                        </a:solidFill>
                        <a:effectLst/>
                        <a:latin typeface="+mn-ea"/>
                        <a:ea typeface="+mn-ea"/>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5ABDE4"/>
                    </a:solidFill>
                  </a:tcPr>
                </a:tc>
                <a:tc vMerge="1">
                  <a:txBody>
                    <a:bodyPr/>
                    <a:lstStyle/>
                    <a:p>
                      <a:pPr algn="l" fontAlgn="ctr"/>
                      <a:endParaRPr lang="en-US" sz="1000" b="1" i="0" u="none" strike="noStrike" dirty="0">
                        <a:solidFill>
                          <a:srgbClr val="153D64"/>
                        </a:solidFill>
                        <a:effectLst/>
                        <a:latin typeface="+mn-ea"/>
                        <a:ea typeface="+mn-ea"/>
                      </a:endParaRP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5ABDE4"/>
                    </a:solidFill>
                  </a:tcPr>
                </a:tc>
                <a:tc>
                  <a:txBody>
                    <a:bodyPr/>
                    <a:lstStyle/>
                    <a:p>
                      <a:pPr algn="l" fontAlgn="ctr"/>
                      <a:r>
                        <a:rPr lang="ja-JP" altLang="en-US" sz="1100" b="0" i="0" u="none" strike="noStrike" dirty="0">
                          <a:solidFill>
                            <a:srgbClr val="000000"/>
                          </a:solidFill>
                          <a:effectLst/>
                          <a:latin typeface="+mn-ea"/>
                          <a:ea typeface="+mn-ea"/>
                        </a:rPr>
                        <a:t>分割</a:t>
                      </a:r>
                      <a:r>
                        <a:rPr lang="en-US" altLang="ja-JP" sz="1100" b="0" i="0" u="none" strike="noStrike" dirty="0">
                          <a:solidFill>
                            <a:srgbClr val="000000"/>
                          </a:solidFill>
                          <a:effectLst/>
                          <a:latin typeface="+mn-ea"/>
                          <a:ea typeface="+mn-ea"/>
                        </a:rPr>
                        <a:t>/</a:t>
                      </a:r>
                      <a:r>
                        <a:rPr lang="ja-JP" altLang="en-US" sz="1100" b="0" i="0" u="none" strike="noStrike" dirty="0">
                          <a:solidFill>
                            <a:srgbClr val="000000"/>
                          </a:solidFill>
                          <a:effectLst/>
                          <a:latin typeface="+mn-ea"/>
                          <a:ea typeface="+mn-ea"/>
                        </a:rPr>
                        <a:t>統合した情報同士の関係性を定義</a:t>
                      </a:r>
                    </a:p>
                  </a:txBody>
                  <a:tcPr marL="36000" marR="36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indent="0" algn="l" fontAlgn="ctr">
                        <a:buFont typeface="Wingdings" panose="05000000000000000000" pitchFamily="2" charset="2"/>
                        <a:buNone/>
                      </a:pPr>
                      <a:r>
                        <a:rPr lang="ja-JP" altLang="en-US" sz="1100" b="0" i="0" u="none" strike="noStrike" dirty="0">
                          <a:solidFill>
                            <a:srgbClr val="000000"/>
                          </a:solidFill>
                          <a:effectLst/>
                          <a:latin typeface="+mn-ea"/>
                          <a:ea typeface="+mn-ea"/>
                        </a:rPr>
                        <a:t>ー</a:t>
                      </a:r>
                      <a:endParaRPr lang="en-US" altLang="ja-JP" sz="1100" b="0" i="0" u="none" strike="noStrike" dirty="0">
                        <a:solidFill>
                          <a:srgbClr val="000000"/>
                        </a:solidFill>
                        <a:effectLst/>
                        <a:latin typeface="+mn-ea"/>
                        <a:ea typeface="+mn-ea"/>
                      </a:endParaRPr>
                    </a:p>
                  </a:txBody>
                  <a:tcPr marL="36000" marR="36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171450" indent="-171450" algn="l" fontAlgn="ctr">
                        <a:buFont typeface="Wingdings" panose="05000000000000000000" pitchFamily="2" charset="2"/>
                        <a:buChar char="ü"/>
                      </a:pPr>
                      <a:r>
                        <a:rPr lang="ja-JP" altLang="en-US" sz="1100" b="0" i="0" u="none" strike="noStrike" dirty="0">
                          <a:solidFill>
                            <a:srgbClr val="000000"/>
                          </a:solidFill>
                          <a:effectLst/>
                          <a:latin typeface="+mn-ea"/>
                          <a:ea typeface="+mn-ea"/>
                        </a:rPr>
                        <a:t>関連候補サジェスト</a:t>
                      </a:r>
                    </a:p>
                  </a:txBody>
                  <a:tcPr marL="36000" marR="36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95031811"/>
                  </a:ext>
                </a:extLst>
              </a:tr>
              <a:tr h="570119">
                <a:tc rowSpan="2">
                  <a:txBody>
                    <a:bodyPr/>
                    <a:lstStyle/>
                    <a:p>
                      <a:pPr algn="ctr" fontAlgn="ctr"/>
                      <a:r>
                        <a:rPr lang="ja-JP" altLang="en-US" sz="1000" b="1" i="0" u="none" strike="noStrike" dirty="0">
                          <a:solidFill>
                            <a:srgbClr val="153D64"/>
                          </a:solidFill>
                          <a:effectLst/>
                          <a:latin typeface="+mn-ea"/>
                          <a:ea typeface="+mn-ea"/>
                        </a:rPr>
                        <a:t>↓</a:t>
                      </a:r>
                      <a:endParaRPr lang="en-US" altLang="ja-JP" sz="1000" b="1" i="0" u="none" strike="noStrike" dirty="0">
                        <a:solidFill>
                          <a:srgbClr val="153D64"/>
                        </a:solidFill>
                        <a:effectLst/>
                        <a:latin typeface="+mn-ea"/>
                        <a:ea typeface="+mn-ea"/>
                      </a:endParaRPr>
                    </a:p>
                    <a:p>
                      <a:pPr algn="ctr" fontAlgn="ctr"/>
                      <a:r>
                        <a:rPr lang="ja-JP" altLang="en-US" sz="1000" b="1" i="0" u="none" strike="noStrike" dirty="0">
                          <a:solidFill>
                            <a:srgbClr val="153D64"/>
                          </a:solidFill>
                          <a:effectLst/>
                          <a:latin typeface="+mn-ea"/>
                          <a:ea typeface="+mn-ea"/>
                        </a:rPr>
                        <a:t>構造化モデル</a:t>
                      </a:r>
                      <a:endParaRPr lang="en-US" altLang="ja-JP" sz="1000" b="1" i="0" u="none" strike="noStrike" dirty="0">
                        <a:solidFill>
                          <a:srgbClr val="153D64"/>
                        </a:solidFill>
                        <a:effectLst/>
                        <a:latin typeface="+mn-ea"/>
                        <a:ea typeface="+mn-ea"/>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44B3E1"/>
                    </a:solidFill>
                  </a:tcPr>
                </a:tc>
                <a:tc rowSpan="2">
                  <a:txBody>
                    <a:bodyPr/>
                    <a:lstStyle/>
                    <a:p>
                      <a:pPr algn="l" fontAlgn="ctr"/>
                      <a:r>
                        <a:rPr lang="ja-JP" altLang="en-US" sz="1000" b="1" i="0" u="none" strike="noStrike" dirty="0">
                          <a:solidFill>
                            <a:srgbClr val="153D64"/>
                          </a:solidFill>
                          <a:effectLst/>
                          <a:latin typeface="+mn-ea"/>
                          <a:ea typeface="+mn-ea"/>
                        </a:rPr>
                        <a:t>扱いたい最小単位までモデルおよびそれらの関係性の解像度を高める</a:t>
                      </a:r>
                      <a:endParaRPr lang="en-US" sz="1000" b="1" i="0" u="none" strike="noStrike" dirty="0">
                        <a:solidFill>
                          <a:srgbClr val="153D64"/>
                        </a:solidFill>
                        <a:effectLst/>
                        <a:latin typeface="+mn-ea"/>
                        <a:ea typeface="+mn-ea"/>
                      </a:endParaRP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44B3E1"/>
                    </a:solidFill>
                  </a:tcPr>
                </a:tc>
                <a:tc>
                  <a:txBody>
                    <a:bodyPr/>
                    <a:lstStyle/>
                    <a:p>
                      <a:pPr algn="l" fontAlgn="ctr"/>
                      <a:r>
                        <a:rPr lang="ja-JP" altLang="en-US" sz="1100" b="0" i="0" u="none" strike="noStrike" dirty="0">
                          <a:solidFill>
                            <a:srgbClr val="000000"/>
                          </a:solidFill>
                          <a:effectLst/>
                          <a:latin typeface="+mn-ea"/>
                          <a:ea typeface="+mn-ea"/>
                        </a:rPr>
                        <a:t>階層化モデルを、扱いたい最小単位まで細分化</a:t>
                      </a:r>
                    </a:p>
                  </a:txBody>
                  <a:tcPr marL="36000" marR="36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ja-JP" altLang="en-US" sz="1100" b="0" i="0" u="none" strike="noStrike" dirty="0">
                          <a:solidFill>
                            <a:srgbClr val="000000"/>
                          </a:solidFill>
                          <a:effectLst/>
                          <a:latin typeface="+mn-ea"/>
                          <a:ea typeface="+mn-ea"/>
                        </a:rPr>
                        <a:t>ー</a:t>
                      </a:r>
                    </a:p>
                  </a:txBody>
                  <a:tcPr marL="36000" marR="36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171450" indent="-171450" algn="l" fontAlgn="ctr">
                        <a:buFont typeface="Wingdings" panose="05000000000000000000" pitchFamily="2" charset="2"/>
                        <a:buChar char="ü"/>
                      </a:pPr>
                      <a:r>
                        <a:rPr lang="ja-JP" altLang="en-US" sz="1100" b="0" i="0" u="none" strike="noStrike" dirty="0">
                          <a:solidFill>
                            <a:srgbClr val="000000"/>
                          </a:solidFill>
                          <a:effectLst/>
                          <a:latin typeface="+mn-ea"/>
                          <a:ea typeface="+mn-ea"/>
                        </a:rPr>
                        <a:t>細分化の候補サジェスト</a:t>
                      </a:r>
                    </a:p>
                  </a:txBody>
                  <a:tcPr marL="36000" marR="36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69572815"/>
                  </a:ext>
                </a:extLst>
              </a:tr>
              <a:tr h="570119">
                <a:tc vMerge="1">
                  <a:txBody>
                    <a:bodyPr/>
                    <a:lstStyle/>
                    <a:p>
                      <a:endParaRPr kumimoji="1" lang="ja-JP" altLang="en-US"/>
                    </a:p>
                  </a:txBody>
                  <a:tcPr/>
                </a:tc>
                <a:tc vMerge="1">
                  <a:txBody>
                    <a:bodyPr/>
                    <a:lstStyle/>
                    <a:p>
                      <a:endParaRPr kumimoji="1" lang="ja-JP" altLang="en-US"/>
                    </a:p>
                  </a:txBody>
                  <a:tcPr/>
                </a:tc>
                <a:tc>
                  <a:txBody>
                    <a:bodyPr/>
                    <a:lstStyle/>
                    <a:p>
                      <a:pPr algn="l" fontAlgn="ctr"/>
                      <a:r>
                        <a:rPr lang="ja-JP" altLang="en-US" sz="1100" b="0" i="0" u="none" strike="noStrike" dirty="0">
                          <a:solidFill>
                            <a:srgbClr val="000000"/>
                          </a:solidFill>
                          <a:effectLst/>
                          <a:latin typeface="+mn-ea"/>
                          <a:ea typeface="+mn-ea"/>
                        </a:rPr>
                        <a:t>細分化した要素同士の関係性を定義</a:t>
                      </a:r>
                    </a:p>
                  </a:txBody>
                  <a:tcPr marL="36000" marR="36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171450" indent="-171450" algn="l" fontAlgn="ctr">
                        <a:buFont typeface="Wingdings" panose="05000000000000000000" pitchFamily="2" charset="2"/>
                        <a:buChar char="ü"/>
                      </a:pPr>
                      <a:r>
                        <a:rPr lang="ja-JP" altLang="en-US" sz="1100" b="0" i="0" u="none" strike="noStrike" dirty="0">
                          <a:solidFill>
                            <a:srgbClr val="000000"/>
                          </a:solidFill>
                          <a:effectLst/>
                          <a:latin typeface="+mn-ea"/>
                          <a:ea typeface="+mn-ea"/>
                        </a:rPr>
                        <a:t>トレース不足検証</a:t>
                      </a:r>
                      <a:endParaRPr lang="en-US" altLang="ja-JP" sz="1100" b="0" i="0" u="none" strike="noStrike" dirty="0">
                        <a:solidFill>
                          <a:srgbClr val="000000"/>
                        </a:solidFill>
                        <a:effectLst/>
                        <a:latin typeface="+mn-ea"/>
                        <a:ea typeface="+mn-ea"/>
                      </a:endParaRPr>
                    </a:p>
                    <a:p>
                      <a:pPr marL="171450" indent="-171450" algn="l" fontAlgn="ctr">
                        <a:buFont typeface="Wingdings" panose="05000000000000000000" pitchFamily="2" charset="2"/>
                        <a:buChar char="ü"/>
                      </a:pPr>
                      <a:r>
                        <a:rPr lang="ja-JP" altLang="en-US" sz="1100" b="0" i="0" u="none" strike="noStrike" dirty="0">
                          <a:solidFill>
                            <a:srgbClr val="000000"/>
                          </a:solidFill>
                          <a:effectLst/>
                          <a:latin typeface="+mn-ea"/>
                          <a:ea typeface="+mn-ea"/>
                        </a:rPr>
                        <a:t>影響範囲分析支援</a:t>
                      </a:r>
                    </a:p>
                  </a:txBody>
                  <a:tcPr marL="36000" marR="36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ja-JP" altLang="en-US" sz="1100" b="0" i="0" u="none" strike="noStrike" dirty="0">
                          <a:solidFill>
                            <a:srgbClr val="000000"/>
                          </a:solidFill>
                          <a:effectLst/>
                          <a:latin typeface="+mn-ea"/>
                          <a:ea typeface="+mn-ea"/>
                        </a:rPr>
                        <a:t>ー</a:t>
                      </a:r>
                    </a:p>
                  </a:txBody>
                  <a:tcPr marL="36000" marR="36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86861646"/>
                  </a:ext>
                </a:extLst>
              </a:tr>
            </a:tbl>
          </a:graphicData>
        </a:graphic>
      </p:graphicFrame>
      <p:sp>
        <p:nvSpPr>
          <p:cNvPr id="7" name="矢印: 右 6">
            <a:hlinkClick r:id="rId3" action="ppaction://hlinksldjump"/>
            <a:extLst>
              <a:ext uri="{FF2B5EF4-FFF2-40B4-BE49-F238E27FC236}">
                <a16:creationId xmlns:a16="http://schemas.microsoft.com/office/drawing/2014/main" id="{7407D056-B9F7-D472-E2D0-17C49A38FFF3}"/>
              </a:ext>
            </a:extLst>
          </p:cNvPr>
          <p:cNvSpPr/>
          <p:nvPr/>
        </p:nvSpPr>
        <p:spPr>
          <a:xfrm rot="10800000">
            <a:off x="11771698" y="345540"/>
            <a:ext cx="231006" cy="191328"/>
          </a:xfrm>
          <a:prstGeom prst="rightArrow">
            <a:avLst/>
          </a:prstGeom>
          <a:solidFill>
            <a:srgbClr val="00B0F0"/>
          </a:solidFill>
          <a:ln>
            <a:solidFill>
              <a:srgbClr val="00B0F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6102049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8" name="テキスト プレースホルダー 2">
            <a:extLst>
              <a:ext uri="{FF2B5EF4-FFF2-40B4-BE49-F238E27FC236}">
                <a16:creationId xmlns:a16="http://schemas.microsoft.com/office/drawing/2014/main" id="{50A45719-57BC-545A-4B5F-BCDBA9BDDCEA}"/>
              </a:ext>
            </a:extLst>
          </p:cNvPr>
          <p:cNvSpPr>
            <a:spLocks noGrp="1"/>
          </p:cNvSpPr>
          <p:nvPr>
            <p:ph type="body" sz="quarter" idx="10"/>
          </p:nvPr>
        </p:nvSpPr>
        <p:spPr>
          <a:xfrm>
            <a:off x="3" y="717867"/>
            <a:ext cx="12203112" cy="5363330"/>
          </a:xfrm>
        </p:spPr>
        <p:txBody>
          <a:bodyPr>
            <a:normAutofit/>
          </a:bodyPr>
          <a:lstStyle/>
          <a:p>
            <a:pPr marL="719094" indent="0">
              <a:buNone/>
            </a:pPr>
            <a:r>
              <a:rPr lang="ja-JP" altLang="en-US" sz="1800" dirty="0"/>
              <a:t>従来の成果や記録の残し方は変えずに、 </a:t>
            </a:r>
            <a:r>
              <a:rPr lang="ja-JP" altLang="en-US" sz="1800" b="1" dirty="0"/>
              <a:t>“見つかる”、“分かる”、“使える” 設計情報へと育てていける</a:t>
            </a:r>
            <a:r>
              <a:rPr lang="ja-JP" altLang="en-US" sz="1800" dirty="0"/>
              <a:t>環境を構築する</a:t>
            </a:r>
            <a:endParaRPr lang="en-US" altLang="ja-JP" sz="1800" dirty="0"/>
          </a:p>
        </p:txBody>
      </p:sp>
      <p:sp>
        <p:nvSpPr>
          <p:cNvPr id="3100" name="正方形/長方形 3099">
            <a:extLst>
              <a:ext uri="{FF2B5EF4-FFF2-40B4-BE49-F238E27FC236}">
                <a16:creationId xmlns:a16="http://schemas.microsoft.com/office/drawing/2014/main" id="{20C9F6F5-D521-9D8A-DC05-D2E0C58FE4B3}"/>
              </a:ext>
            </a:extLst>
          </p:cNvPr>
          <p:cNvSpPr/>
          <p:nvPr/>
        </p:nvSpPr>
        <p:spPr>
          <a:xfrm>
            <a:off x="1986203" y="1297472"/>
            <a:ext cx="6776798" cy="4650743"/>
          </a:xfrm>
          <a:prstGeom prst="rect">
            <a:avLst/>
          </a:prstGeom>
          <a:solidFill>
            <a:srgbClr val="009BC6">
              <a:alpha val="5000"/>
            </a:srgbClr>
          </a:solidFill>
          <a:ln w="19050">
            <a:solidFill>
              <a:srgbClr val="009BC6">
                <a:alpha val="5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ja-JP" altLang="en-US" b="1" u="sng" dirty="0">
                <a:solidFill>
                  <a:srgbClr val="009BC6"/>
                </a:solidFill>
                <a:latin typeface="+mj-lt"/>
              </a:rPr>
              <a:t>軽量デジタル化システム</a:t>
            </a:r>
          </a:p>
        </p:txBody>
      </p:sp>
      <p:sp>
        <p:nvSpPr>
          <p:cNvPr id="17" name="正方形/長方形 16">
            <a:extLst>
              <a:ext uri="{FF2B5EF4-FFF2-40B4-BE49-F238E27FC236}">
                <a16:creationId xmlns:a16="http://schemas.microsoft.com/office/drawing/2014/main" id="{53E54864-1D03-1E5D-0A8A-92F19A4A627A}"/>
              </a:ext>
            </a:extLst>
          </p:cNvPr>
          <p:cNvSpPr/>
          <p:nvPr/>
        </p:nvSpPr>
        <p:spPr>
          <a:xfrm>
            <a:off x="2739120" y="1686542"/>
            <a:ext cx="1426182" cy="1182291"/>
          </a:xfrm>
          <a:prstGeom prst="rect">
            <a:avLst/>
          </a:prstGeom>
          <a:solidFill>
            <a:schemeClr val="bg1"/>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kumimoji="1" lang="ja-JP" altLang="en-US" sz="1050" dirty="0">
              <a:solidFill>
                <a:srgbClr val="334553"/>
              </a:solidFill>
            </a:endParaRPr>
          </a:p>
        </p:txBody>
      </p:sp>
      <p:sp>
        <p:nvSpPr>
          <p:cNvPr id="3174" name="正方形/長方形 3173">
            <a:extLst>
              <a:ext uri="{FF2B5EF4-FFF2-40B4-BE49-F238E27FC236}">
                <a16:creationId xmlns:a16="http://schemas.microsoft.com/office/drawing/2014/main" id="{1B0C16B4-5D90-B5C7-E521-25247A67405D}"/>
              </a:ext>
            </a:extLst>
          </p:cNvPr>
          <p:cNvSpPr/>
          <p:nvPr/>
        </p:nvSpPr>
        <p:spPr>
          <a:xfrm>
            <a:off x="2727536" y="4558972"/>
            <a:ext cx="1426182" cy="1213371"/>
          </a:xfrm>
          <a:prstGeom prst="rect">
            <a:avLst/>
          </a:prstGeom>
          <a:solidFill>
            <a:schemeClr val="bg1"/>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kumimoji="1" lang="ja-JP" altLang="en-US" sz="1050" dirty="0">
              <a:solidFill>
                <a:srgbClr val="334553"/>
              </a:solidFill>
            </a:endParaRPr>
          </a:p>
        </p:txBody>
      </p:sp>
      <p:sp>
        <p:nvSpPr>
          <p:cNvPr id="3182" name="正方形/長方形 3181">
            <a:extLst>
              <a:ext uri="{FF2B5EF4-FFF2-40B4-BE49-F238E27FC236}">
                <a16:creationId xmlns:a16="http://schemas.microsoft.com/office/drawing/2014/main" id="{ADF06D3A-69D3-23BD-8F59-B508F35D4843}"/>
              </a:ext>
            </a:extLst>
          </p:cNvPr>
          <p:cNvSpPr/>
          <p:nvPr/>
        </p:nvSpPr>
        <p:spPr>
          <a:xfrm>
            <a:off x="2747404" y="3123951"/>
            <a:ext cx="1426182" cy="1165249"/>
          </a:xfrm>
          <a:prstGeom prst="rect">
            <a:avLst/>
          </a:prstGeom>
          <a:solidFill>
            <a:schemeClr val="bg1"/>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kumimoji="1" lang="ja-JP" altLang="en-US" sz="1050" dirty="0">
              <a:solidFill>
                <a:srgbClr val="334553"/>
              </a:solidFill>
            </a:endParaRPr>
          </a:p>
        </p:txBody>
      </p:sp>
      <p:sp>
        <p:nvSpPr>
          <p:cNvPr id="54" name="円柱 53">
            <a:extLst>
              <a:ext uri="{FF2B5EF4-FFF2-40B4-BE49-F238E27FC236}">
                <a16:creationId xmlns:a16="http://schemas.microsoft.com/office/drawing/2014/main" id="{A5C02509-C730-4503-2DD0-8E06A525DD17}"/>
              </a:ext>
            </a:extLst>
          </p:cNvPr>
          <p:cNvSpPr/>
          <p:nvPr/>
        </p:nvSpPr>
        <p:spPr>
          <a:xfrm>
            <a:off x="5810250" y="2588706"/>
            <a:ext cx="2670282" cy="2277016"/>
          </a:xfrm>
          <a:prstGeom prst="can">
            <a:avLst>
              <a:gd name="adj" fmla="val 27047"/>
            </a:avLst>
          </a:prstGeom>
          <a:solidFill>
            <a:schemeClr val="bg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kumimoji="1" lang="ja-JP" altLang="en-US" dirty="0">
              <a:solidFill>
                <a:srgbClr val="009BC6"/>
              </a:solidFill>
            </a:endParaRPr>
          </a:p>
        </p:txBody>
      </p:sp>
      <p:sp>
        <p:nvSpPr>
          <p:cNvPr id="2" name="タイトル 1">
            <a:extLst>
              <a:ext uri="{FF2B5EF4-FFF2-40B4-BE49-F238E27FC236}">
                <a16:creationId xmlns:a16="http://schemas.microsoft.com/office/drawing/2014/main" id="{71F877FB-3B9C-A3CA-745E-527E02D2D3E9}"/>
              </a:ext>
            </a:extLst>
          </p:cNvPr>
          <p:cNvSpPr>
            <a:spLocks noGrp="1"/>
          </p:cNvSpPr>
          <p:nvPr>
            <p:ph type="title"/>
          </p:nvPr>
        </p:nvSpPr>
        <p:spPr/>
        <p:txBody>
          <a:bodyPr>
            <a:noAutofit/>
          </a:bodyPr>
          <a:lstStyle/>
          <a:p>
            <a:r>
              <a:rPr lang="ja-JP" altLang="en-US" sz="2300" dirty="0"/>
              <a:t> 軽量デジタル化システム </a:t>
            </a:r>
            <a:r>
              <a:rPr lang="en-US" altLang="ja-JP" sz="2300" dirty="0"/>
              <a:t>Stage 1.0</a:t>
            </a:r>
            <a:endParaRPr kumimoji="1" lang="ja-JP" altLang="en-US" sz="2300" dirty="0"/>
          </a:p>
        </p:txBody>
      </p:sp>
      <p:sp>
        <p:nvSpPr>
          <p:cNvPr id="4" name="スライド番号プレースホルダー 3">
            <a:extLst>
              <a:ext uri="{FF2B5EF4-FFF2-40B4-BE49-F238E27FC236}">
                <a16:creationId xmlns:a16="http://schemas.microsoft.com/office/drawing/2014/main" id="{7999CF97-61DA-155F-23D1-66C7019E616F}"/>
              </a:ext>
            </a:extLst>
          </p:cNvPr>
          <p:cNvSpPr>
            <a:spLocks noGrp="1"/>
          </p:cNvSpPr>
          <p:nvPr>
            <p:ph type="sldNum" sz="quarter" idx="11"/>
          </p:nvPr>
        </p:nvSpPr>
        <p:spPr/>
        <p:txBody>
          <a:bodyPr/>
          <a:lstStyle/>
          <a:p>
            <a:fld id="{80F554CA-2BEA-3E4B-997B-FC51848F792A}" type="slidenum">
              <a:rPr lang="ja-JP" altLang="en-US" smtClean="0"/>
              <a:pPr/>
              <a:t>13</a:t>
            </a:fld>
            <a:r>
              <a:rPr lang="en-US" altLang="ja-JP" dirty="0">
                <a:ea typeface="Verdana" panose="020B0604030504040204" pitchFamily="34" charset="0"/>
              </a:rPr>
              <a:t> </a:t>
            </a:r>
            <a:endParaRPr lang="ja-JP" altLang="en-US" dirty="0"/>
          </a:p>
        </p:txBody>
      </p:sp>
      <p:sp>
        <p:nvSpPr>
          <p:cNvPr id="6" name="フッター プレースホルダー 4">
            <a:extLst>
              <a:ext uri="{FF2B5EF4-FFF2-40B4-BE49-F238E27FC236}">
                <a16:creationId xmlns:a16="http://schemas.microsoft.com/office/drawing/2014/main" id="{BBF31991-79F6-C7EC-B58A-77CFA3037B09}"/>
              </a:ext>
            </a:extLst>
          </p:cNvPr>
          <p:cNvSpPr>
            <a:spLocks noGrp="1"/>
          </p:cNvSpPr>
          <p:nvPr>
            <p:ph type="ftr" sz="quarter" idx="3"/>
          </p:nvPr>
        </p:nvSpPr>
        <p:spPr>
          <a:xfrm>
            <a:off x="1821991" y="6362236"/>
            <a:ext cx="6338841" cy="365463"/>
          </a:xfrm>
        </p:spPr>
        <p:txBody>
          <a:bodyPr/>
          <a:lstStyle/>
          <a:p>
            <a:r>
              <a:rPr lang="ja-JP" altLang="en-US" sz="1000" dirty="0"/>
              <a:t>設計成果デジタル化の軽量運用企画</a:t>
            </a:r>
            <a:r>
              <a:rPr lang="ja-JP" altLang="en-US" dirty="0"/>
              <a:t>　／　株式会社デンソークリエイト</a:t>
            </a:r>
            <a:endParaRPr lang="en-US" altLang="ja-JP" dirty="0"/>
          </a:p>
          <a:p>
            <a:r>
              <a:rPr lang="en-US" altLang="ja-JP" sz="1050" dirty="0"/>
              <a:t>@ DENSO CREATE INC. ALL RIGHTS RESERVED</a:t>
            </a:r>
            <a:endParaRPr lang="ja-JP" altLang="en-US" sz="1050" dirty="0"/>
          </a:p>
        </p:txBody>
      </p:sp>
      <p:sp>
        <p:nvSpPr>
          <p:cNvPr id="16" name="正方形/長方形 15">
            <a:extLst>
              <a:ext uri="{FF2B5EF4-FFF2-40B4-BE49-F238E27FC236}">
                <a16:creationId xmlns:a16="http://schemas.microsoft.com/office/drawing/2014/main" id="{4EB7C3C2-5743-B4CE-4C3F-E560DA8B76CF}"/>
              </a:ext>
            </a:extLst>
          </p:cNvPr>
          <p:cNvSpPr/>
          <p:nvPr/>
        </p:nvSpPr>
        <p:spPr>
          <a:xfrm>
            <a:off x="2739120" y="1686118"/>
            <a:ext cx="1426182" cy="256626"/>
          </a:xfrm>
          <a:prstGeom prst="rect">
            <a:avLst/>
          </a:prstGeom>
          <a:solidFill>
            <a:schemeClr val="accent1">
              <a:lumMod val="20000"/>
              <a:lumOff val="80000"/>
            </a:schemeClr>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1100" b="1" dirty="0">
                <a:solidFill>
                  <a:srgbClr val="334553"/>
                </a:solidFill>
              </a:rPr>
              <a:t>登録ツール</a:t>
            </a:r>
            <a:endParaRPr kumimoji="1" lang="ja-JP" altLang="en-US" sz="1100" b="1" dirty="0">
              <a:solidFill>
                <a:srgbClr val="334553"/>
              </a:solidFill>
            </a:endParaRPr>
          </a:p>
          <a:p>
            <a:pPr algn="ctr"/>
            <a:endParaRPr lang="ja-JP" altLang="en-US" sz="1100" b="1" dirty="0">
              <a:solidFill>
                <a:srgbClr val="334553"/>
              </a:solidFill>
            </a:endParaRPr>
          </a:p>
        </p:txBody>
      </p:sp>
      <p:sp>
        <p:nvSpPr>
          <p:cNvPr id="61" name="テキスト ボックス 60">
            <a:extLst>
              <a:ext uri="{FF2B5EF4-FFF2-40B4-BE49-F238E27FC236}">
                <a16:creationId xmlns:a16="http://schemas.microsoft.com/office/drawing/2014/main" id="{F17B20F2-2770-9C51-F3E5-8EA417FE1249}"/>
              </a:ext>
            </a:extLst>
          </p:cNvPr>
          <p:cNvSpPr txBox="1"/>
          <p:nvPr/>
        </p:nvSpPr>
        <p:spPr>
          <a:xfrm>
            <a:off x="6084090" y="2595228"/>
            <a:ext cx="2289672" cy="560111"/>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algn="ctr">
              <a:defRPr>
                <a:solidFill>
                  <a:srgbClr val="009BC6"/>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ja-JP" altLang="en-US" dirty="0">
                <a:solidFill>
                  <a:schemeClr val="tx2"/>
                </a:solidFill>
              </a:rPr>
              <a:t>データベース</a:t>
            </a:r>
            <a:endParaRPr lang="en-US" altLang="ja-JP" dirty="0">
              <a:solidFill>
                <a:schemeClr val="tx2"/>
              </a:solidFill>
            </a:endParaRPr>
          </a:p>
          <a:p>
            <a:r>
              <a:rPr lang="en-US" altLang="ja-JP" dirty="0">
                <a:solidFill>
                  <a:schemeClr val="tx2"/>
                </a:solidFill>
              </a:rPr>
              <a:t>(Next Design)</a:t>
            </a:r>
            <a:endParaRPr lang="ja-JP" altLang="en-US" dirty="0">
              <a:solidFill>
                <a:schemeClr val="tx2"/>
              </a:solidFill>
            </a:endParaRPr>
          </a:p>
        </p:txBody>
      </p:sp>
      <p:sp>
        <p:nvSpPr>
          <p:cNvPr id="3173" name="正方形/長方形 3172">
            <a:extLst>
              <a:ext uri="{FF2B5EF4-FFF2-40B4-BE49-F238E27FC236}">
                <a16:creationId xmlns:a16="http://schemas.microsoft.com/office/drawing/2014/main" id="{1F482613-233A-7271-CA84-9E0376A90A8B}"/>
              </a:ext>
            </a:extLst>
          </p:cNvPr>
          <p:cNvSpPr/>
          <p:nvPr/>
        </p:nvSpPr>
        <p:spPr>
          <a:xfrm>
            <a:off x="2727536" y="4558548"/>
            <a:ext cx="1426182" cy="256626"/>
          </a:xfrm>
          <a:prstGeom prst="rect">
            <a:avLst/>
          </a:prstGeom>
          <a:solidFill>
            <a:schemeClr val="accent1">
              <a:lumMod val="20000"/>
              <a:lumOff val="80000"/>
            </a:schemeClr>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1100" b="1" dirty="0">
                <a:solidFill>
                  <a:srgbClr val="334553"/>
                </a:solidFill>
              </a:rPr>
              <a:t>レポートツール</a:t>
            </a:r>
          </a:p>
        </p:txBody>
      </p:sp>
      <p:pic>
        <p:nvPicPr>
          <p:cNvPr id="3175" name="図 3174">
            <a:extLst>
              <a:ext uri="{FF2B5EF4-FFF2-40B4-BE49-F238E27FC236}">
                <a16:creationId xmlns:a16="http://schemas.microsoft.com/office/drawing/2014/main" id="{9F599AC8-80E3-94E9-C653-D51D8787E50A}"/>
              </a:ext>
            </a:extLst>
          </p:cNvPr>
          <p:cNvPicPr>
            <a:picLocks noChangeAspect="1"/>
          </p:cNvPicPr>
          <p:nvPr/>
        </p:nvPicPr>
        <p:blipFill>
          <a:blip r:embed="rId2"/>
          <a:stretch>
            <a:fillRect/>
          </a:stretch>
        </p:blipFill>
        <p:spPr>
          <a:xfrm>
            <a:off x="2794620" y="4844651"/>
            <a:ext cx="1292014" cy="918167"/>
          </a:xfrm>
          <a:prstGeom prst="rect">
            <a:avLst/>
          </a:prstGeom>
        </p:spPr>
      </p:pic>
      <p:sp>
        <p:nvSpPr>
          <p:cNvPr id="3176" name="テキスト ボックス 3175">
            <a:extLst>
              <a:ext uri="{FF2B5EF4-FFF2-40B4-BE49-F238E27FC236}">
                <a16:creationId xmlns:a16="http://schemas.microsoft.com/office/drawing/2014/main" id="{59A78CE6-F215-A91D-5501-F3F1AC4FCC6B}"/>
              </a:ext>
            </a:extLst>
          </p:cNvPr>
          <p:cNvSpPr txBox="1"/>
          <p:nvPr/>
        </p:nvSpPr>
        <p:spPr>
          <a:xfrm>
            <a:off x="2841836" y="4844815"/>
            <a:ext cx="1292014" cy="256626"/>
          </a:xfrm>
          <a:prstGeom prst="rect">
            <a:avLst/>
          </a:prstGeom>
          <a:solidFill>
            <a:schemeClr val="bg1"/>
          </a:solidFill>
        </p:spPr>
        <p:txBody>
          <a:bodyPr wrap="square" rtlCol="0">
            <a:spAutoFit/>
          </a:bodyPr>
          <a:lstStyle/>
          <a:p>
            <a:endParaRPr kumimoji="1" lang="ja-JP" altLang="en-US" sz="1000" dirty="0">
              <a:solidFill>
                <a:schemeClr val="accent5"/>
              </a:solidFill>
            </a:endParaRPr>
          </a:p>
        </p:txBody>
      </p:sp>
      <p:sp>
        <p:nvSpPr>
          <p:cNvPr id="3178" name="テキスト ボックス 3177">
            <a:extLst>
              <a:ext uri="{FF2B5EF4-FFF2-40B4-BE49-F238E27FC236}">
                <a16:creationId xmlns:a16="http://schemas.microsoft.com/office/drawing/2014/main" id="{F6C194F1-7F28-FB6C-A293-6471D6FEB53E}"/>
              </a:ext>
            </a:extLst>
          </p:cNvPr>
          <p:cNvSpPr txBox="1"/>
          <p:nvPr/>
        </p:nvSpPr>
        <p:spPr>
          <a:xfrm>
            <a:off x="2747404" y="5046247"/>
            <a:ext cx="167246" cy="707046"/>
          </a:xfrm>
          <a:prstGeom prst="rect">
            <a:avLst/>
          </a:prstGeom>
          <a:solidFill>
            <a:schemeClr val="bg1"/>
          </a:solidFill>
        </p:spPr>
        <p:txBody>
          <a:bodyPr wrap="square" rtlCol="0">
            <a:spAutoFit/>
          </a:bodyPr>
          <a:lstStyle/>
          <a:p>
            <a:endParaRPr kumimoji="1" lang="ja-JP" altLang="en-US" sz="1000" dirty="0">
              <a:solidFill>
                <a:schemeClr val="accent5"/>
              </a:solidFill>
            </a:endParaRPr>
          </a:p>
        </p:txBody>
      </p:sp>
      <p:sp>
        <p:nvSpPr>
          <p:cNvPr id="3179" name="テキスト ボックス 3178">
            <a:extLst>
              <a:ext uri="{FF2B5EF4-FFF2-40B4-BE49-F238E27FC236}">
                <a16:creationId xmlns:a16="http://schemas.microsoft.com/office/drawing/2014/main" id="{26E31B46-07CC-530B-BA7E-A56F1461CF6A}"/>
              </a:ext>
            </a:extLst>
          </p:cNvPr>
          <p:cNvSpPr txBox="1"/>
          <p:nvPr/>
        </p:nvSpPr>
        <p:spPr>
          <a:xfrm>
            <a:off x="2898110" y="5614757"/>
            <a:ext cx="1188523" cy="119322"/>
          </a:xfrm>
          <a:prstGeom prst="rect">
            <a:avLst/>
          </a:prstGeom>
          <a:solidFill>
            <a:schemeClr val="bg1"/>
          </a:solidFill>
        </p:spPr>
        <p:txBody>
          <a:bodyPr wrap="square" rtlCol="0">
            <a:spAutoFit/>
          </a:bodyPr>
          <a:lstStyle/>
          <a:p>
            <a:endParaRPr kumimoji="1" lang="ja-JP" altLang="en-US" sz="1000" dirty="0">
              <a:solidFill>
                <a:schemeClr val="accent5"/>
              </a:solidFill>
            </a:endParaRPr>
          </a:p>
        </p:txBody>
      </p:sp>
      <p:sp>
        <p:nvSpPr>
          <p:cNvPr id="3180" name="テキスト ボックス 3179">
            <a:extLst>
              <a:ext uri="{FF2B5EF4-FFF2-40B4-BE49-F238E27FC236}">
                <a16:creationId xmlns:a16="http://schemas.microsoft.com/office/drawing/2014/main" id="{B6A78856-AF95-8942-41C8-AB31FDB1E72B}"/>
              </a:ext>
            </a:extLst>
          </p:cNvPr>
          <p:cNvSpPr txBox="1"/>
          <p:nvPr/>
        </p:nvSpPr>
        <p:spPr>
          <a:xfrm>
            <a:off x="4067583" y="4969308"/>
            <a:ext cx="47217" cy="774296"/>
          </a:xfrm>
          <a:prstGeom prst="rect">
            <a:avLst/>
          </a:prstGeom>
          <a:solidFill>
            <a:schemeClr val="bg1"/>
          </a:solidFill>
        </p:spPr>
        <p:txBody>
          <a:bodyPr wrap="square" rtlCol="0">
            <a:spAutoFit/>
          </a:bodyPr>
          <a:lstStyle/>
          <a:p>
            <a:endParaRPr kumimoji="1" lang="ja-JP" altLang="en-US" sz="1000" dirty="0">
              <a:solidFill>
                <a:schemeClr val="accent5"/>
              </a:solidFill>
            </a:endParaRPr>
          </a:p>
        </p:txBody>
      </p:sp>
      <p:sp>
        <p:nvSpPr>
          <p:cNvPr id="3181" name="正方形/長方形 3180">
            <a:extLst>
              <a:ext uri="{FF2B5EF4-FFF2-40B4-BE49-F238E27FC236}">
                <a16:creationId xmlns:a16="http://schemas.microsoft.com/office/drawing/2014/main" id="{1BD9BF38-F356-0AF5-BB22-489FDE9825DA}"/>
              </a:ext>
            </a:extLst>
          </p:cNvPr>
          <p:cNvSpPr/>
          <p:nvPr/>
        </p:nvSpPr>
        <p:spPr>
          <a:xfrm>
            <a:off x="2747404" y="3123527"/>
            <a:ext cx="1426182" cy="256626"/>
          </a:xfrm>
          <a:prstGeom prst="rect">
            <a:avLst/>
          </a:prstGeom>
          <a:solidFill>
            <a:schemeClr val="accent1">
              <a:lumMod val="20000"/>
              <a:lumOff val="80000"/>
            </a:schemeClr>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1100" b="1" dirty="0">
                <a:solidFill>
                  <a:srgbClr val="334553"/>
                </a:solidFill>
              </a:rPr>
              <a:t>紐づけツール</a:t>
            </a:r>
          </a:p>
        </p:txBody>
      </p:sp>
      <p:pic>
        <p:nvPicPr>
          <p:cNvPr id="3084" name="グラフィックス 9" descr="プログラマー男性 単色塗りつぶし">
            <a:extLst>
              <a:ext uri="{FF2B5EF4-FFF2-40B4-BE49-F238E27FC236}">
                <a16:creationId xmlns:a16="http://schemas.microsoft.com/office/drawing/2014/main" id="{A2C872D0-DB75-6796-0ECA-0C30B69D662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2636" y="3472814"/>
            <a:ext cx="590764" cy="638115"/>
          </a:xfrm>
          <a:prstGeom prst="rect">
            <a:avLst/>
          </a:prstGeom>
        </p:spPr>
      </p:pic>
      <p:pic>
        <p:nvPicPr>
          <p:cNvPr id="3088" name="グラフィックス 9" descr="プログラマー男性 単色塗りつぶし">
            <a:extLst>
              <a:ext uri="{FF2B5EF4-FFF2-40B4-BE49-F238E27FC236}">
                <a16:creationId xmlns:a16="http://schemas.microsoft.com/office/drawing/2014/main" id="{D1BE7C30-90C9-10C7-70E6-04E6DA715DC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3993" y="3465842"/>
            <a:ext cx="590764" cy="638115"/>
          </a:xfrm>
          <a:prstGeom prst="rect">
            <a:avLst/>
          </a:prstGeom>
        </p:spPr>
      </p:pic>
      <p:sp>
        <p:nvSpPr>
          <p:cNvPr id="3095" name="テキスト ボックス 3094">
            <a:extLst>
              <a:ext uri="{FF2B5EF4-FFF2-40B4-BE49-F238E27FC236}">
                <a16:creationId xmlns:a16="http://schemas.microsoft.com/office/drawing/2014/main" id="{BFCB105C-923F-0C6A-CA85-D77DD1982C97}"/>
              </a:ext>
            </a:extLst>
          </p:cNvPr>
          <p:cNvSpPr txBox="1"/>
          <p:nvPr/>
        </p:nvSpPr>
        <p:spPr>
          <a:xfrm>
            <a:off x="2329461" y="1615050"/>
            <a:ext cx="366075" cy="400110"/>
          </a:xfrm>
          <a:prstGeom prst="rect">
            <a:avLst/>
          </a:prstGeom>
          <a:noFill/>
        </p:spPr>
        <p:txBody>
          <a:bodyPr wrap="square" rtlCol="0">
            <a:spAutoFit/>
          </a:bodyPr>
          <a:lstStyle/>
          <a:p>
            <a:r>
              <a:rPr kumimoji="1" lang="ja-JP" altLang="en-US" sz="2000" b="1" dirty="0">
                <a:solidFill>
                  <a:schemeClr val="tx2"/>
                </a:solidFill>
              </a:rPr>
              <a:t>①</a:t>
            </a:r>
          </a:p>
        </p:txBody>
      </p:sp>
      <p:sp>
        <p:nvSpPr>
          <p:cNvPr id="3096" name="テキスト ボックス 3095">
            <a:extLst>
              <a:ext uri="{FF2B5EF4-FFF2-40B4-BE49-F238E27FC236}">
                <a16:creationId xmlns:a16="http://schemas.microsoft.com/office/drawing/2014/main" id="{936C38E9-CBCE-6DB0-0B1D-B2B9ACDD0E01}"/>
              </a:ext>
            </a:extLst>
          </p:cNvPr>
          <p:cNvSpPr txBox="1"/>
          <p:nvPr/>
        </p:nvSpPr>
        <p:spPr>
          <a:xfrm>
            <a:off x="2329461" y="3041040"/>
            <a:ext cx="366075" cy="400110"/>
          </a:xfrm>
          <a:prstGeom prst="rect">
            <a:avLst/>
          </a:prstGeom>
          <a:noFill/>
        </p:spPr>
        <p:txBody>
          <a:bodyPr wrap="square" rtlCol="0">
            <a:spAutoFit/>
          </a:bodyPr>
          <a:lstStyle/>
          <a:p>
            <a:r>
              <a:rPr kumimoji="1" lang="ja-JP" altLang="en-US" sz="2000" b="1" dirty="0">
                <a:solidFill>
                  <a:schemeClr val="tx2"/>
                </a:solidFill>
              </a:rPr>
              <a:t>②</a:t>
            </a:r>
          </a:p>
        </p:txBody>
      </p:sp>
      <p:sp>
        <p:nvSpPr>
          <p:cNvPr id="3097" name="テキスト ボックス 3096">
            <a:extLst>
              <a:ext uri="{FF2B5EF4-FFF2-40B4-BE49-F238E27FC236}">
                <a16:creationId xmlns:a16="http://schemas.microsoft.com/office/drawing/2014/main" id="{0FD9E750-179D-601F-E334-BE234FD038C2}"/>
              </a:ext>
            </a:extLst>
          </p:cNvPr>
          <p:cNvSpPr txBox="1"/>
          <p:nvPr/>
        </p:nvSpPr>
        <p:spPr>
          <a:xfrm>
            <a:off x="2334340" y="4467012"/>
            <a:ext cx="366075" cy="400110"/>
          </a:xfrm>
          <a:prstGeom prst="rect">
            <a:avLst/>
          </a:prstGeom>
          <a:noFill/>
        </p:spPr>
        <p:txBody>
          <a:bodyPr wrap="square" rtlCol="0">
            <a:spAutoFit/>
          </a:bodyPr>
          <a:lstStyle/>
          <a:p>
            <a:r>
              <a:rPr lang="ja-JP" altLang="en-US" sz="2000" b="1" dirty="0">
                <a:solidFill>
                  <a:schemeClr val="tx2"/>
                </a:solidFill>
              </a:rPr>
              <a:t>③</a:t>
            </a:r>
            <a:endParaRPr kumimoji="1" lang="ja-JP" altLang="en-US" sz="2000" b="1" dirty="0">
              <a:solidFill>
                <a:schemeClr val="tx2"/>
              </a:solidFill>
            </a:endParaRPr>
          </a:p>
        </p:txBody>
      </p:sp>
      <p:sp>
        <p:nvSpPr>
          <p:cNvPr id="3099" name="テキスト ボックス 3098">
            <a:extLst>
              <a:ext uri="{FF2B5EF4-FFF2-40B4-BE49-F238E27FC236}">
                <a16:creationId xmlns:a16="http://schemas.microsoft.com/office/drawing/2014/main" id="{E4545EE3-BFAB-C99C-172D-9E0E5617DF34}"/>
              </a:ext>
            </a:extLst>
          </p:cNvPr>
          <p:cNvSpPr txBox="1"/>
          <p:nvPr/>
        </p:nvSpPr>
        <p:spPr>
          <a:xfrm>
            <a:off x="8863735" y="1288478"/>
            <a:ext cx="3297340" cy="653769"/>
          </a:xfrm>
          <a:prstGeom prst="rect">
            <a:avLst/>
          </a:prstGeom>
          <a:noFill/>
        </p:spPr>
        <p:txBody>
          <a:bodyPr wrap="square" rtlCol="0">
            <a:spAutoFit/>
          </a:bodyPr>
          <a:lstStyle/>
          <a:p>
            <a:pPr>
              <a:lnSpc>
                <a:spcPct val="150000"/>
              </a:lnSpc>
            </a:pPr>
            <a:r>
              <a:rPr kumimoji="1" lang="ja-JP" altLang="en-US" sz="1400" u="sng" dirty="0">
                <a:solidFill>
                  <a:schemeClr val="tx2"/>
                </a:solidFill>
              </a:rPr>
              <a:t>① 登録ツール</a:t>
            </a:r>
            <a:endParaRPr kumimoji="1" lang="en-US" altLang="ja-JP" sz="1400" u="sng" dirty="0">
              <a:solidFill>
                <a:schemeClr val="tx2"/>
              </a:solidFill>
            </a:endParaRPr>
          </a:p>
          <a:p>
            <a:pPr>
              <a:lnSpc>
                <a:spcPct val="150000"/>
              </a:lnSpc>
            </a:pPr>
            <a:r>
              <a:rPr kumimoji="1" lang="ja-JP" altLang="en-US" sz="1200" dirty="0">
                <a:solidFill>
                  <a:schemeClr val="tx2"/>
                </a:solidFill>
              </a:rPr>
              <a:t>日々の成果や記録を</a:t>
            </a:r>
            <a:r>
              <a:rPr lang="ja-JP" altLang="en-US" sz="1200" dirty="0">
                <a:solidFill>
                  <a:schemeClr val="tx2"/>
                </a:solidFill>
              </a:rPr>
              <a:t>簡単に </a:t>
            </a:r>
            <a:r>
              <a:rPr lang="en-US" altLang="ja-JP" sz="1200" b="1" dirty="0">
                <a:solidFill>
                  <a:schemeClr val="tx2"/>
                </a:solidFill>
              </a:rPr>
              <a:t>”</a:t>
            </a:r>
            <a:r>
              <a:rPr lang="ja-JP" altLang="en-US" sz="1200" b="1" dirty="0">
                <a:solidFill>
                  <a:schemeClr val="tx2"/>
                </a:solidFill>
              </a:rPr>
              <a:t>入れる</a:t>
            </a:r>
            <a:r>
              <a:rPr lang="en-US" altLang="ja-JP" sz="1200" b="1" dirty="0">
                <a:solidFill>
                  <a:schemeClr val="tx2"/>
                </a:solidFill>
              </a:rPr>
              <a:t>”</a:t>
            </a:r>
          </a:p>
        </p:txBody>
      </p:sp>
      <p:sp>
        <p:nvSpPr>
          <p:cNvPr id="3101" name="矢印: 五方向 3100">
            <a:extLst>
              <a:ext uri="{FF2B5EF4-FFF2-40B4-BE49-F238E27FC236}">
                <a16:creationId xmlns:a16="http://schemas.microsoft.com/office/drawing/2014/main" id="{F6F87DF0-0CB9-9F93-57E7-2FD03CCC0AE6}"/>
              </a:ext>
            </a:extLst>
          </p:cNvPr>
          <p:cNvSpPr/>
          <p:nvPr/>
        </p:nvSpPr>
        <p:spPr>
          <a:xfrm rot="13502378">
            <a:off x="3191673" y="2106871"/>
            <a:ext cx="133466" cy="72000"/>
          </a:xfrm>
          <a:prstGeom prst="homePlate">
            <a:avLst/>
          </a:prstGeom>
          <a:solidFill>
            <a:schemeClr val="accent4">
              <a:lumMod val="60000"/>
              <a:lumOff val="40000"/>
            </a:schemeClr>
          </a:solidFill>
          <a:ln>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02" name="四角形: メモ 3101">
            <a:extLst>
              <a:ext uri="{FF2B5EF4-FFF2-40B4-BE49-F238E27FC236}">
                <a16:creationId xmlns:a16="http://schemas.microsoft.com/office/drawing/2014/main" id="{88EEBE4F-C94C-3D5B-E6A8-1718EF5D2EA7}"/>
              </a:ext>
            </a:extLst>
          </p:cNvPr>
          <p:cNvSpPr/>
          <p:nvPr/>
        </p:nvSpPr>
        <p:spPr>
          <a:xfrm rot="10800000">
            <a:off x="2939824" y="2085453"/>
            <a:ext cx="221284" cy="241888"/>
          </a:xfrm>
          <a:prstGeom prst="foldedCorner">
            <a:avLst/>
          </a:prstGeom>
          <a:solidFill>
            <a:schemeClr val="bg1"/>
          </a:solidFill>
          <a:ln>
            <a:solidFill>
              <a:schemeClr val="tx2"/>
            </a:solidFill>
          </a:ln>
        </p:spPr>
        <p:style>
          <a:lnRef idx="1">
            <a:schemeClr val="accent6"/>
          </a:lnRef>
          <a:fillRef idx="2">
            <a:schemeClr val="accent6"/>
          </a:fillRef>
          <a:effectRef idx="1">
            <a:schemeClr val="accent6"/>
          </a:effectRef>
          <a:fontRef idx="minor">
            <a:schemeClr val="dk1"/>
          </a:fontRef>
        </p:style>
        <p:txBody>
          <a:bodyPr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l"/>
            <a:endParaRPr kumimoji="1" lang="ja-JP" altLang="en-US" sz="1100" dirty="0"/>
          </a:p>
        </p:txBody>
      </p:sp>
      <p:sp>
        <p:nvSpPr>
          <p:cNvPr id="3103" name="四角形: メモ 3102">
            <a:extLst>
              <a:ext uri="{FF2B5EF4-FFF2-40B4-BE49-F238E27FC236}">
                <a16:creationId xmlns:a16="http://schemas.microsoft.com/office/drawing/2014/main" id="{1C5EAA12-073C-7DB1-8A85-0AFE86410D10}"/>
              </a:ext>
            </a:extLst>
          </p:cNvPr>
          <p:cNvSpPr/>
          <p:nvPr/>
        </p:nvSpPr>
        <p:spPr>
          <a:xfrm rot="10800000">
            <a:off x="2939823" y="2489809"/>
            <a:ext cx="221285" cy="241889"/>
          </a:xfrm>
          <a:prstGeom prst="foldedCorner">
            <a:avLst/>
          </a:prstGeom>
          <a:solidFill>
            <a:schemeClr val="bg1"/>
          </a:solidFill>
          <a:ln>
            <a:solidFill>
              <a:schemeClr val="tx2"/>
            </a:solidFill>
          </a:ln>
        </p:spPr>
        <p:style>
          <a:lnRef idx="1">
            <a:schemeClr val="accent6"/>
          </a:lnRef>
          <a:fillRef idx="2">
            <a:schemeClr val="accent6"/>
          </a:fillRef>
          <a:effectRef idx="1">
            <a:schemeClr val="accent6"/>
          </a:effectRef>
          <a:fontRef idx="minor">
            <a:schemeClr val="dk1"/>
          </a:fontRef>
        </p:style>
        <p:txBody>
          <a:bodyPr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l"/>
            <a:endParaRPr kumimoji="1" lang="ja-JP" altLang="en-US" sz="1100" dirty="0"/>
          </a:p>
        </p:txBody>
      </p:sp>
      <p:sp>
        <p:nvSpPr>
          <p:cNvPr id="3104" name="矢印: 五方向 3103">
            <a:extLst>
              <a:ext uri="{FF2B5EF4-FFF2-40B4-BE49-F238E27FC236}">
                <a16:creationId xmlns:a16="http://schemas.microsoft.com/office/drawing/2014/main" id="{D085BDEB-F83B-FA8E-A444-1C23935F3C9D}"/>
              </a:ext>
            </a:extLst>
          </p:cNvPr>
          <p:cNvSpPr/>
          <p:nvPr/>
        </p:nvSpPr>
        <p:spPr>
          <a:xfrm rot="13502378">
            <a:off x="3184051" y="2508442"/>
            <a:ext cx="133466" cy="72000"/>
          </a:xfrm>
          <a:prstGeom prst="homePlate">
            <a:avLst/>
          </a:prstGeom>
          <a:solidFill>
            <a:schemeClr val="accent4">
              <a:lumMod val="60000"/>
              <a:lumOff val="40000"/>
            </a:schemeClr>
          </a:solidFill>
          <a:ln>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05" name="矢印: 五方向 3104">
            <a:extLst>
              <a:ext uri="{FF2B5EF4-FFF2-40B4-BE49-F238E27FC236}">
                <a16:creationId xmlns:a16="http://schemas.microsoft.com/office/drawing/2014/main" id="{E3B55E07-470E-25FE-2098-B71F3AFEB92F}"/>
              </a:ext>
            </a:extLst>
          </p:cNvPr>
          <p:cNvSpPr/>
          <p:nvPr/>
        </p:nvSpPr>
        <p:spPr>
          <a:xfrm rot="13502378">
            <a:off x="3320012" y="2501440"/>
            <a:ext cx="133466" cy="72000"/>
          </a:xfrm>
          <a:prstGeom prst="homePlate">
            <a:avLst/>
          </a:prstGeom>
          <a:solidFill>
            <a:schemeClr val="accent4">
              <a:lumMod val="60000"/>
              <a:lumOff val="40000"/>
            </a:schemeClr>
          </a:solidFill>
          <a:ln>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06" name="テキスト ボックス 3105">
            <a:extLst>
              <a:ext uri="{FF2B5EF4-FFF2-40B4-BE49-F238E27FC236}">
                <a16:creationId xmlns:a16="http://schemas.microsoft.com/office/drawing/2014/main" id="{21CB96B1-6BB2-DC46-BC79-1DD4950597CF}"/>
              </a:ext>
            </a:extLst>
          </p:cNvPr>
          <p:cNvSpPr txBox="1"/>
          <p:nvPr/>
        </p:nvSpPr>
        <p:spPr>
          <a:xfrm>
            <a:off x="8882751" y="2109833"/>
            <a:ext cx="3278324" cy="653769"/>
          </a:xfrm>
          <a:prstGeom prst="rect">
            <a:avLst/>
          </a:prstGeom>
          <a:noFill/>
        </p:spPr>
        <p:txBody>
          <a:bodyPr wrap="square" rtlCol="0">
            <a:spAutoFit/>
          </a:bodyPr>
          <a:lstStyle/>
          <a:p>
            <a:pPr>
              <a:lnSpc>
                <a:spcPct val="150000"/>
              </a:lnSpc>
            </a:pPr>
            <a:r>
              <a:rPr kumimoji="1" lang="ja-JP" altLang="en-US" sz="1400" u="sng" dirty="0">
                <a:solidFill>
                  <a:schemeClr val="tx2"/>
                </a:solidFill>
              </a:rPr>
              <a:t>② </a:t>
            </a:r>
            <a:r>
              <a:rPr lang="ja-JP" altLang="en-US" sz="1400" u="sng" dirty="0">
                <a:solidFill>
                  <a:schemeClr val="tx2"/>
                </a:solidFill>
              </a:rPr>
              <a:t>紐づけツール</a:t>
            </a:r>
            <a:r>
              <a:rPr kumimoji="1" lang="ja-JP" altLang="en-US" sz="1400" u="sng" dirty="0">
                <a:solidFill>
                  <a:schemeClr val="tx2"/>
                </a:solidFill>
              </a:rPr>
              <a:t> </a:t>
            </a:r>
            <a:endParaRPr kumimoji="1" lang="en-US" altLang="ja-JP" sz="1400" u="sng" dirty="0">
              <a:solidFill>
                <a:schemeClr val="tx2"/>
              </a:solidFill>
            </a:endParaRPr>
          </a:p>
          <a:p>
            <a:pPr>
              <a:lnSpc>
                <a:spcPct val="150000"/>
              </a:lnSpc>
            </a:pPr>
            <a:r>
              <a:rPr lang="ja-JP" altLang="en-US" sz="1200" dirty="0">
                <a:solidFill>
                  <a:schemeClr val="tx2"/>
                </a:solidFill>
              </a:rPr>
              <a:t>情報をゆるく </a:t>
            </a:r>
            <a:r>
              <a:rPr lang="en-US" altLang="ja-JP" sz="1200" b="1" dirty="0">
                <a:solidFill>
                  <a:schemeClr val="tx2"/>
                </a:solidFill>
              </a:rPr>
              <a:t>“</a:t>
            </a:r>
            <a:r>
              <a:rPr lang="ja-JP" altLang="en-US" sz="1200" b="1" dirty="0">
                <a:solidFill>
                  <a:schemeClr val="tx2"/>
                </a:solidFill>
              </a:rPr>
              <a:t>繋げる</a:t>
            </a:r>
            <a:r>
              <a:rPr lang="en-US" altLang="ja-JP" sz="1200" b="1" dirty="0">
                <a:solidFill>
                  <a:schemeClr val="tx2"/>
                </a:solidFill>
              </a:rPr>
              <a:t>”</a:t>
            </a:r>
            <a:r>
              <a:rPr lang="ja-JP" altLang="en-US" sz="1200" dirty="0">
                <a:solidFill>
                  <a:schemeClr val="tx2"/>
                </a:solidFill>
              </a:rPr>
              <a:t> </a:t>
            </a:r>
            <a:r>
              <a:rPr lang="en-US" altLang="ja-JP" sz="1200" dirty="0">
                <a:solidFill>
                  <a:schemeClr val="tx2"/>
                </a:solidFill>
              </a:rPr>
              <a:t>or</a:t>
            </a:r>
            <a:r>
              <a:rPr lang="ja-JP" altLang="en-US" sz="1200" dirty="0">
                <a:solidFill>
                  <a:schemeClr val="tx2"/>
                </a:solidFill>
              </a:rPr>
              <a:t> </a:t>
            </a:r>
            <a:r>
              <a:rPr lang="en-US" altLang="ja-JP" sz="1200" b="1" dirty="0">
                <a:solidFill>
                  <a:schemeClr val="tx2"/>
                </a:solidFill>
              </a:rPr>
              <a:t>”</a:t>
            </a:r>
            <a:r>
              <a:rPr lang="ja-JP" altLang="en-US" sz="1200" b="1" dirty="0">
                <a:solidFill>
                  <a:schemeClr val="tx2"/>
                </a:solidFill>
              </a:rPr>
              <a:t>勝手に繋がる</a:t>
            </a:r>
            <a:r>
              <a:rPr lang="en-US" altLang="ja-JP" sz="1200" b="1" dirty="0">
                <a:solidFill>
                  <a:schemeClr val="tx2"/>
                </a:solidFill>
              </a:rPr>
              <a:t>”</a:t>
            </a:r>
          </a:p>
        </p:txBody>
      </p:sp>
      <p:sp>
        <p:nvSpPr>
          <p:cNvPr id="3107" name="テキスト ボックス 3106">
            <a:extLst>
              <a:ext uri="{FF2B5EF4-FFF2-40B4-BE49-F238E27FC236}">
                <a16:creationId xmlns:a16="http://schemas.microsoft.com/office/drawing/2014/main" id="{9E9E2419-9548-3F5B-92C8-86118486BD39}"/>
              </a:ext>
            </a:extLst>
          </p:cNvPr>
          <p:cNvSpPr txBox="1"/>
          <p:nvPr/>
        </p:nvSpPr>
        <p:spPr>
          <a:xfrm>
            <a:off x="8882751" y="2927281"/>
            <a:ext cx="3280714" cy="653769"/>
          </a:xfrm>
          <a:prstGeom prst="rect">
            <a:avLst/>
          </a:prstGeom>
          <a:noFill/>
        </p:spPr>
        <p:txBody>
          <a:bodyPr wrap="square" rtlCol="0">
            <a:spAutoFit/>
          </a:bodyPr>
          <a:lstStyle/>
          <a:p>
            <a:pPr>
              <a:lnSpc>
                <a:spcPct val="150000"/>
              </a:lnSpc>
            </a:pPr>
            <a:r>
              <a:rPr lang="ja-JP" altLang="en-US" sz="1400" u="sng" dirty="0">
                <a:solidFill>
                  <a:schemeClr val="tx2"/>
                </a:solidFill>
              </a:rPr>
              <a:t>③</a:t>
            </a:r>
            <a:r>
              <a:rPr kumimoji="1" lang="ja-JP" altLang="en-US" sz="1400" u="sng" dirty="0">
                <a:solidFill>
                  <a:schemeClr val="tx2"/>
                </a:solidFill>
              </a:rPr>
              <a:t> </a:t>
            </a:r>
            <a:r>
              <a:rPr lang="ja-JP" altLang="en-US" sz="1400" u="sng" dirty="0">
                <a:solidFill>
                  <a:schemeClr val="tx2"/>
                </a:solidFill>
              </a:rPr>
              <a:t>レポートツール</a:t>
            </a:r>
            <a:endParaRPr kumimoji="1" lang="en-US" altLang="ja-JP" sz="1400" u="sng" dirty="0">
              <a:solidFill>
                <a:schemeClr val="tx2"/>
              </a:solidFill>
            </a:endParaRPr>
          </a:p>
          <a:p>
            <a:pPr>
              <a:lnSpc>
                <a:spcPct val="150000"/>
              </a:lnSpc>
            </a:pPr>
            <a:r>
              <a:rPr lang="ja-JP" altLang="en-US" sz="1200" dirty="0">
                <a:solidFill>
                  <a:schemeClr val="tx2"/>
                </a:solidFill>
              </a:rPr>
              <a:t>集まった情報が </a:t>
            </a:r>
            <a:r>
              <a:rPr lang="en-US" altLang="ja-JP" sz="1200" b="1" dirty="0">
                <a:solidFill>
                  <a:schemeClr val="tx2"/>
                </a:solidFill>
              </a:rPr>
              <a:t>”</a:t>
            </a:r>
            <a:r>
              <a:rPr lang="ja-JP" altLang="en-US" sz="1200" b="1" dirty="0">
                <a:solidFill>
                  <a:schemeClr val="tx2"/>
                </a:solidFill>
              </a:rPr>
              <a:t>見つかる</a:t>
            </a:r>
            <a:r>
              <a:rPr lang="en-US" altLang="ja-JP" sz="1200" b="1" dirty="0">
                <a:solidFill>
                  <a:schemeClr val="tx2"/>
                </a:solidFill>
              </a:rPr>
              <a:t>”</a:t>
            </a:r>
            <a:r>
              <a:rPr lang="ja-JP" altLang="en-US" sz="1200" dirty="0">
                <a:solidFill>
                  <a:schemeClr val="tx2"/>
                </a:solidFill>
              </a:rPr>
              <a:t>、</a:t>
            </a:r>
            <a:r>
              <a:rPr lang="en-US" altLang="ja-JP" sz="1200" b="1" dirty="0">
                <a:solidFill>
                  <a:schemeClr val="tx2"/>
                </a:solidFill>
              </a:rPr>
              <a:t>”</a:t>
            </a:r>
            <a:r>
              <a:rPr lang="ja-JP" altLang="en-US" sz="1200" b="1" dirty="0">
                <a:solidFill>
                  <a:schemeClr val="tx2"/>
                </a:solidFill>
              </a:rPr>
              <a:t>分かる</a:t>
            </a:r>
            <a:r>
              <a:rPr lang="en-US" altLang="ja-JP" sz="1200" b="1" dirty="0">
                <a:solidFill>
                  <a:schemeClr val="tx2"/>
                </a:solidFill>
              </a:rPr>
              <a:t>”</a:t>
            </a:r>
            <a:r>
              <a:rPr lang="ja-JP" altLang="en-US" sz="1200" dirty="0">
                <a:solidFill>
                  <a:schemeClr val="tx2"/>
                </a:solidFill>
              </a:rPr>
              <a:t>、</a:t>
            </a:r>
            <a:r>
              <a:rPr lang="en-US" altLang="ja-JP" sz="1200" b="1" dirty="0">
                <a:solidFill>
                  <a:schemeClr val="tx2"/>
                </a:solidFill>
              </a:rPr>
              <a:t>”</a:t>
            </a:r>
            <a:r>
              <a:rPr lang="ja-JP" altLang="en-US" sz="1200" b="1" dirty="0">
                <a:solidFill>
                  <a:schemeClr val="tx2"/>
                </a:solidFill>
              </a:rPr>
              <a:t>使える</a:t>
            </a:r>
            <a:r>
              <a:rPr lang="en-US" altLang="ja-JP" sz="1200" b="1" dirty="0">
                <a:solidFill>
                  <a:schemeClr val="tx2"/>
                </a:solidFill>
              </a:rPr>
              <a:t>”</a:t>
            </a:r>
          </a:p>
        </p:txBody>
      </p:sp>
      <p:grpSp>
        <p:nvGrpSpPr>
          <p:cNvPr id="3124" name="グループ化 3123">
            <a:extLst>
              <a:ext uri="{FF2B5EF4-FFF2-40B4-BE49-F238E27FC236}">
                <a16:creationId xmlns:a16="http://schemas.microsoft.com/office/drawing/2014/main" id="{50D9F32B-B6F7-4871-A5EF-C327397B89F4}"/>
              </a:ext>
            </a:extLst>
          </p:cNvPr>
          <p:cNvGrpSpPr/>
          <p:nvPr/>
        </p:nvGrpSpPr>
        <p:grpSpPr>
          <a:xfrm>
            <a:off x="296049" y="2760810"/>
            <a:ext cx="836656" cy="844446"/>
            <a:chOff x="0" y="0"/>
            <a:chExt cx="827816" cy="831111"/>
          </a:xfrm>
        </p:grpSpPr>
        <p:pic>
          <p:nvPicPr>
            <p:cNvPr id="3125" name="グラフィックス 2" descr="オフィス ワーカー (男性) 単色塗りつぶし">
              <a:extLst>
                <a:ext uri="{FF2B5EF4-FFF2-40B4-BE49-F238E27FC236}">
                  <a16:creationId xmlns:a16="http://schemas.microsoft.com/office/drawing/2014/main" id="{6FA09AA7-86A1-42C2-8750-4A2E632D33B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1274" y="0"/>
              <a:ext cx="664296" cy="642841"/>
            </a:xfrm>
            <a:prstGeom prst="rect">
              <a:avLst/>
            </a:prstGeom>
          </p:spPr>
        </p:pic>
        <p:sp>
          <p:nvSpPr>
            <p:cNvPr id="3126" name="テキスト ボックス 3">
              <a:extLst>
                <a:ext uri="{FF2B5EF4-FFF2-40B4-BE49-F238E27FC236}">
                  <a16:creationId xmlns:a16="http://schemas.microsoft.com/office/drawing/2014/main" id="{91C38264-F1CD-DC04-0441-C91E265E1E27}"/>
                </a:ext>
              </a:extLst>
            </p:cNvPr>
            <p:cNvSpPr txBox="1"/>
            <p:nvPr/>
          </p:nvSpPr>
          <p:spPr>
            <a:xfrm>
              <a:off x="0" y="642047"/>
              <a:ext cx="827816" cy="189064"/>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endParaRPr kumimoji="1" lang="ja-JP" altLang="en-US" sz="1100" dirty="0"/>
            </a:p>
          </p:txBody>
        </p:sp>
      </p:grpSp>
      <p:sp>
        <p:nvSpPr>
          <p:cNvPr id="11" name="円柱 10">
            <a:extLst>
              <a:ext uri="{FF2B5EF4-FFF2-40B4-BE49-F238E27FC236}">
                <a16:creationId xmlns:a16="http://schemas.microsoft.com/office/drawing/2014/main" id="{F95806AF-1428-F819-5E47-75FE668D3513}"/>
              </a:ext>
            </a:extLst>
          </p:cNvPr>
          <p:cNvSpPr/>
          <p:nvPr/>
        </p:nvSpPr>
        <p:spPr>
          <a:xfrm>
            <a:off x="7054407" y="3309949"/>
            <a:ext cx="1275431" cy="1266824"/>
          </a:xfrm>
          <a:prstGeom prst="can">
            <a:avLst>
              <a:gd name="adj" fmla="val 14392"/>
            </a:avLst>
          </a:prstGeom>
          <a:solidFill>
            <a:schemeClr val="accent2">
              <a:lumMod val="20000"/>
              <a:lumOff val="80000"/>
            </a:schemeClr>
          </a:solidFill>
          <a:ln w="19050">
            <a:solidFill>
              <a:schemeClr val="accent2">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kumimoji="1" lang="ja-JP" altLang="en-US" dirty="0"/>
          </a:p>
        </p:txBody>
      </p:sp>
      <p:sp>
        <p:nvSpPr>
          <p:cNvPr id="10" name="円柱 9">
            <a:extLst>
              <a:ext uri="{FF2B5EF4-FFF2-40B4-BE49-F238E27FC236}">
                <a16:creationId xmlns:a16="http://schemas.microsoft.com/office/drawing/2014/main" id="{EEA11079-C0B6-E867-AAC3-94E67D15A9B2}"/>
              </a:ext>
            </a:extLst>
          </p:cNvPr>
          <p:cNvSpPr/>
          <p:nvPr/>
        </p:nvSpPr>
        <p:spPr>
          <a:xfrm>
            <a:off x="6012974" y="3309949"/>
            <a:ext cx="871508" cy="1266824"/>
          </a:xfrm>
          <a:prstGeom prst="can">
            <a:avLst>
              <a:gd name="adj" fmla="val 20598"/>
            </a:avLst>
          </a:prstGeom>
          <a:solidFill>
            <a:schemeClr val="bg1">
              <a:lumMod val="95000"/>
            </a:schemeClr>
          </a:solidFill>
          <a:ln w="19050">
            <a:solidFill>
              <a:schemeClr val="tx1">
                <a:lumMod val="50000"/>
                <a:lumOff val="50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kumimoji="1" lang="ja-JP" altLang="en-US" dirty="0"/>
          </a:p>
        </p:txBody>
      </p:sp>
      <p:sp>
        <p:nvSpPr>
          <p:cNvPr id="44" name="矢印: 五方向 43">
            <a:extLst>
              <a:ext uri="{FF2B5EF4-FFF2-40B4-BE49-F238E27FC236}">
                <a16:creationId xmlns:a16="http://schemas.microsoft.com/office/drawing/2014/main" id="{1BD79A67-AFEC-E59B-54FF-C1428A1B625A}"/>
              </a:ext>
            </a:extLst>
          </p:cNvPr>
          <p:cNvSpPr/>
          <p:nvPr/>
        </p:nvSpPr>
        <p:spPr>
          <a:xfrm rot="13502378">
            <a:off x="6359547" y="3609305"/>
            <a:ext cx="133466" cy="72000"/>
          </a:xfrm>
          <a:prstGeom prst="homePlate">
            <a:avLst/>
          </a:prstGeom>
          <a:solidFill>
            <a:schemeClr val="accent4">
              <a:lumMod val="60000"/>
              <a:lumOff val="40000"/>
            </a:schemeClr>
          </a:solidFill>
          <a:ln>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四角形: メモ 20">
            <a:extLst>
              <a:ext uri="{FF2B5EF4-FFF2-40B4-BE49-F238E27FC236}">
                <a16:creationId xmlns:a16="http://schemas.microsoft.com/office/drawing/2014/main" id="{F0F89B09-AEBD-66F8-54B1-B45D41FA459A}"/>
              </a:ext>
            </a:extLst>
          </p:cNvPr>
          <p:cNvSpPr/>
          <p:nvPr/>
        </p:nvSpPr>
        <p:spPr>
          <a:xfrm rot="10800000">
            <a:off x="6107698" y="3587887"/>
            <a:ext cx="221284" cy="241888"/>
          </a:xfrm>
          <a:prstGeom prst="foldedCorner">
            <a:avLst/>
          </a:prstGeom>
          <a:solidFill>
            <a:schemeClr val="bg1"/>
          </a:solidFill>
          <a:ln>
            <a:solidFill>
              <a:schemeClr val="tx2"/>
            </a:solidFill>
          </a:ln>
        </p:spPr>
        <p:style>
          <a:lnRef idx="1">
            <a:schemeClr val="accent6"/>
          </a:lnRef>
          <a:fillRef idx="2">
            <a:schemeClr val="accent6"/>
          </a:fillRef>
          <a:effectRef idx="1">
            <a:schemeClr val="accent6"/>
          </a:effectRef>
          <a:fontRef idx="minor">
            <a:schemeClr val="dk1"/>
          </a:fontRef>
        </p:style>
        <p:txBody>
          <a:bodyPr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l"/>
            <a:endParaRPr kumimoji="1" lang="ja-JP" altLang="en-US" sz="1100" dirty="0"/>
          </a:p>
        </p:txBody>
      </p:sp>
      <p:sp>
        <p:nvSpPr>
          <p:cNvPr id="22" name="四角形: メモ 21">
            <a:extLst>
              <a:ext uri="{FF2B5EF4-FFF2-40B4-BE49-F238E27FC236}">
                <a16:creationId xmlns:a16="http://schemas.microsoft.com/office/drawing/2014/main" id="{25417780-5467-9D84-6F3D-89F58D18ABAF}"/>
              </a:ext>
            </a:extLst>
          </p:cNvPr>
          <p:cNvSpPr/>
          <p:nvPr/>
        </p:nvSpPr>
        <p:spPr>
          <a:xfrm rot="10800000">
            <a:off x="6107698" y="3886926"/>
            <a:ext cx="221285" cy="241889"/>
          </a:xfrm>
          <a:prstGeom prst="foldedCorner">
            <a:avLst/>
          </a:prstGeom>
          <a:solidFill>
            <a:schemeClr val="bg1"/>
          </a:solidFill>
          <a:ln>
            <a:solidFill>
              <a:schemeClr val="tx2"/>
            </a:solidFill>
          </a:ln>
        </p:spPr>
        <p:style>
          <a:lnRef idx="1">
            <a:schemeClr val="accent6"/>
          </a:lnRef>
          <a:fillRef idx="2">
            <a:schemeClr val="accent6"/>
          </a:fillRef>
          <a:effectRef idx="1">
            <a:schemeClr val="accent6"/>
          </a:effectRef>
          <a:fontRef idx="minor">
            <a:schemeClr val="dk1"/>
          </a:fontRef>
        </p:style>
        <p:txBody>
          <a:bodyPr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l"/>
            <a:endParaRPr kumimoji="1" lang="ja-JP" altLang="en-US" sz="1100" dirty="0"/>
          </a:p>
        </p:txBody>
      </p:sp>
      <p:sp>
        <p:nvSpPr>
          <p:cNvPr id="23" name="矢印: 五方向 22">
            <a:extLst>
              <a:ext uri="{FF2B5EF4-FFF2-40B4-BE49-F238E27FC236}">
                <a16:creationId xmlns:a16="http://schemas.microsoft.com/office/drawing/2014/main" id="{1B792EE0-D49A-D34E-9F9C-64712B823985}"/>
              </a:ext>
            </a:extLst>
          </p:cNvPr>
          <p:cNvSpPr/>
          <p:nvPr/>
        </p:nvSpPr>
        <p:spPr>
          <a:xfrm rot="13502378">
            <a:off x="6351926" y="3905559"/>
            <a:ext cx="133466" cy="72000"/>
          </a:xfrm>
          <a:prstGeom prst="homePlate">
            <a:avLst/>
          </a:prstGeom>
          <a:solidFill>
            <a:schemeClr val="accent4">
              <a:lumMod val="60000"/>
              <a:lumOff val="40000"/>
            </a:schemeClr>
          </a:solidFill>
          <a:ln>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矢印: 五方向 25">
            <a:extLst>
              <a:ext uri="{FF2B5EF4-FFF2-40B4-BE49-F238E27FC236}">
                <a16:creationId xmlns:a16="http://schemas.microsoft.com/office/drawing/2014/main" id="{72D2EC6F-23E8-7FAB-C14F-B69F918764FA}"/>
              </a:ext>
            </a:extLst>
          </p:cNvPr>
          <p:cNvSpPr/>
          <p:nvPr/>
        </p:nvSpPr>
        <p:spPr>
          <a:xfrm rot="13502378">
            <a:off x="6487887" y="3898557"/>
            <a:ext cx="133466" cy="72000"/>
          </a:xfrm>
          <a:prstGeom prst="homePlate">
            <a:avLst/>
          </a:prstGeom>
          <a:solidFill>
            <a:schemeClr val="accent4">
              <a:lumMod val="60000"/>
              <a:lumOff val="40000"/>
            </a:schemeClr>
          </a:solidFill>
          <a:ln>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正方形/長方形 28">
            <a:extLst>
              <a:ext uri="{FF2B5EF4-FFF2-40B4-BE49-F238E27FC236}">
                <a16:creationId xmlns:a16="http://schemas.microsoft.com/office/drawing/2014/main" id="{36436275-2FDA-EC26-9C6E-E4A074222447}"/>
              </a:ext>
            </a:extLst>
          </p:cNvPr>
          <p:cNvSpPr/>
          <p:nvPr/>
        </p:nvSpPr>
        <p:spPr>
          <a:xfrm>
            <a:off x="7782538" y="4209076"/>
            <a:ext cx="144000" cy="108000"/>
          </a:xfrm>
          <a:prstGeom prst="rect">
            <a:avLst/>
          </a:prstGeom>
          <a:solidFill>
            <a:schemeClr val="accent1">
              <a:lumMod val="40000"/>
              <a:lumOff val="6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正方形/長方形 29">
            <a:extLst>
              <a:ext uri="{FF2B5EF4-FFF2-40B4-BE49-F238E27FC236}">
                <a16:creationId xmlns:a16="http://schemas.microsoft.com/office/drawing/2014/main" id="{255C7459-552E-E70B-1807-2F1AD4E7C80F}"/>
              </a:ext>
            </a:extLst>
          </p:cNvPr>
          <p:cNvSpPr/>
          <p:nvPr/>
        </p:nvSpPr>
        <p:spPr>
          <a:xfrm>
            <a:off x="8089501" y="4069648"/>
            <a:ext cx="144000" cy="108000"/>
          </a:xfrm>
          <a:prstGeom prst="rect">
            <a:avLst/>
          </a:prstGeom>
          <a:solidFill>
            <a:schemeClr val="accent1">
              <a:lumMod val="40000"/>
              <a:lumOff val="6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正方形/長方形 30">
            <a:extLst>
              <a:ext uri="{FF2B5EF4-FFF2-40B4-BE49-F238E27FC236}">
                <a16:creationId xmlns:a16="http://schemas.microsoft.com/office/drawing/2014/main" id="{39A9D7E2-0318-5744-F2AC-581275E49C99}"/>
              </a:ext>
            </a:extLst>
          </p:cNvPr>
          <p:cNvSpPr/>
          <p:nvPr/>
        </p:nvSpPr>
        <p:spPr>
          <a:xfrm>
            <a:off x="8025857" y="4373025"/>
            <a:ext cx="144000" cy="108000"/>
          </a:xfrm>
          <a:prstGeom prst="rect">
            <a:avLst/>
          </a:prstGeom>
          <a:solidFill>
            <a:schemeClr val="accent1">
              <a:lumMod val="40000"/>
              <a:lumOff val="6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2" name="コネクタ: カギ線 31">
            <a:extLst>
              <a:ext uri="{FF2B5EF4-FFF2-40B4-BE49-F238E27FC236}">
                <a16:creationId xmlns:a16="http://schemas.microsoft.com/office/drawing/2014/main" id="{FBA4F721-0120-BE6D-D281-7AC6D4A8E88B}"/>
              </a:ext>
            </a:extLst>
          </p:cNvPr>
          <p:cNvCxnSpPr>
            <a:cxnSpLocks/>
            <a:stCxn id="29" idx="3"/>
            <a:endCxn id="30" idx="1"/>
          </p:cNvCxnSpPr>
          <p:nvPr/>
        </p:nvCxnSpPr>
        <p:spPr>
          <a:xfrm flipV="1">
            <a:off x="7926538" y="4123648"/>
            <a:ext cx="162963" cy="139428"/>
          </a:xfrm>
          <a:prstGeom prst="bentConnector3">
            <a:avLst>
              <a:gd name="adj1" fmla="val 32466"/>
            </a:avLst>
          </a:prstGeom>
          <a:ln>
            <a:solidFill>
              <a:schemeClr val="accent1"/>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33" name="コネクタ: カギ線 32">
            <a:extLst>
              <a:ext uri="{FF2B5EF4-FFF2-40B4-BE49-F238E27FC236}">
                <a16:creationId xmlns:a16="http://schemas.microsoft.com/office/drawing/2014/main" id="{48EBA502-AC83-B504-7F5A-DF948AB54234}"/>
              </a:ext>
            </a:extLst>
          </p:cNvPr>
          <p:cNvCxnSpPr>
            <a:cxnSpLocks/>
            <a:stCxn id="29" idx="2"/>
            <a:endCxn id="31" idx="1"/>
          </p:cNvCxnSpPr>
          <p:nvPr/>
        </p:nvCxnSpPr>
        <p:spPr>
          <a:xfrm rot="16200000" flipH="1">
            <a:off x="7885223" y="4286390"/>
            <a:ext cx="109949" cy="171319"/>
          </a:xfrm>
          <a:prstGeom prst="bentConnector2">
            <a:avLst/>
          </a:prstGeom>
          <a:ln>
            <a:solidFill>
              <a:schemeClr val="accent1"/>
            </a:solidFill>
            <a:tailEnd type="arrow" w="med" len="sm"/>
          </a:ln>
        </p:spPr>
        <p:style>
          <a:lnRef idx="1">
            <a:schemeClr val="accent1"/>
          </a:lnRef>
          <a:fillRef idx="0">
            <a:schemeClr val="accent1"/>
          </a:fillRef>
          <a:effectRef idx="0">
            <a:schemeClr val="accent1"/>
          </a:effectRef>
          <a:fontRef idx="minor">
            <a:schemeClr val="tx1"/>
          </a:fontRef>
        </p:style>
      </p:cxnSp>
      <p:pic>
        <p:nvPicPr>
          <p:cNvPr id="3136" name="図 3135">
            <a:extLst>
              <a:ext uri="{FF2B5EF4-FFF2-40B4-BE49-F238E27FC236}">
                <a16:creationId xmlns:a16="http://schemas.microsoft.com/office/drawing/2014/main" id="{4955A19B-D27C-D282-25E2-F568BFFDB6FE}"/>
              </a:ext>
            </a:extLst>
          </p:cNvPr>
          <p:cNvPicPr>
            <a:picLocks noChangeAspect="1"/>
          </p:cNvPicPr>
          <p:nvPr/>
        </p:nvPicPr>
        <p:blipFill>
          <a:blip r:embed="rId7"/>
          <a:stretch>
            <a:fillRect/>
          </a:stretch>
        </p:blipFill>
        <p:spPr>
          <a:xfrm>
            <a:off x="7792082" y="3586975"/>
            <a:ext cx="470362" cy="334326"/>
          </a:xfrm>
          <a:prstGeom prst="rect">
            <a:avLst/>
          </a:prstGeom>
        </p:spPr>
      </p:pic>
      <p:sp>
        <p:nvSpPr>
          <p:cNvPr id="3139" name="正方形/長方形 3138">
            <a:extLst>
              <a:ext uri="{FF2B5EF4-FFF2-40B4-BE49-F238E27FC236}">
                <a16:creationId xmlns:a16="http://schemas.microsoft.com/office/drawing/2014/main" id="{E46278AE-DC71-728B-3A35-832373EE1870}"/>
              </a:ext>
            </a:extLst>
          </p:cNvPr>
          <p:cNvSpPr/>
          <p:nvPr/>
        </p:nvSpPr>
        <p:spPr>
          <a:xfrm>
            <a:off x="7337982" y="3745680"/>
            <a:ext cx="144000" cy="113510"/>
          </a:xfrm>
          <a:prstGeom prst="rect">
            <a:avLst/>
          </a:prstGeom>
          <a:solidFill>
            <a:schemeClr val="accent1">
              <a:lumMod val="40000"/>
              <a:lumOff val="6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40" name="正方形/長方形 3139">
            <a:extLst>
              <a:ext uri="{FF2B5EF4-FFF2-40B4-BE49-F238E27FC236}">
                <a16:creationId xmlns:a16="http://schemas.microsoft.com/office/drawing/2014/main" id="{6EC5044C-9613-2AA1-3D93-24253BFB67ED}"/>
              </a:ext>
            </a:extLst>
          </p:cNvPr>
          <p:cNvSpPr/>
          <p:nvPr/>
        </p:nvSpPr>
        <p:spPr>
          <a:xfrm>
            <a:off x="7337982" y="3745680"/>
            <a:ext cx="144000" cy="36000"/>
          </a:xfrm>
          <a:prstGeom prst="rect">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52" name="正方形/長方形 3151">
            <a:extLst>
              <a:ext uri="{FF2B5EF4-FFF2-40B4-BE49-F238E27FC236}">
                <a16:creationId xmlns:a16="http://schemas.microsoft.com/office/drawing/2014/main" id="{13D8C6FF-4592-02D5-989C-45C5398F8027}"/>
              </a:ext>
            </a:extLst>
          </p:cNvPr>
          <p:cNvSpPr/>
          <p:nvPr/>
        </p:nvSpPr>
        <p:spPr>
          <a:xfrm>
            <a:off x="7489453" y="3935161"/>
            <a:ext cx="144000" cy="113510"/>
          </a:xfrm>
          <a:prstGeom prst="rect">
            <a:avLst/>
          </a:prstGeom>
          <a:solidFill>
            <a:schemeClr val="accent1">
              <a:lumMod val="40000"/>
              <a:lumOff val="6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53" name="正方形/長方形 3152">
            <a:extLst>
              <a:ext uri="{FF2B5EF4-FFF2-40B4-BE49-F238E27FC236}">
                <a16:creationId xmlns:a16="http://schemas.microsoft.com/office/drawing/2014/main" id="{F1DCC3A0-6607-649B-B718-61D7B5DAE6DF}"/>
              </a:ext>
            </a:extLst>
          </p:cNvPr>
          <p:cNvSpPr/>
          <p:nvPr/>
        </p:nvSpPr>
        <p:spPr>
          <a:xfrm>
            <a:off x="7489453" y="3935161"/>
            <a:ext cx="144000" cy="36000"/>
          </a:xfrm>
          <a:prstGeom prst="rect">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54" name="正方形/長方形 3153">
            <a:extLst>
              <a:ext uri="{FF2B5EF4-FFF2-40B4-BE49-F238E27FC236}">
                <a16:creationId xmlns:a16="http://schemas.microsoft.com/office/drawing/2014/main" id="{6B8C2540-EABE-CE26-1F1C-453D1CFB534B}"/>
              </a:ext>
            </a:extLst>
          </p:cNvPr>
          <p:cNvSpPr/>
          <p:nvPr/>
        </p:nvSpPr>
        <p:spPr>
          <a:xfrm>
            <a:off x="7228926" y="3927506"/>
            <a:ext cx="144000" cy="113510"/>
          </a:xfrm>
          <a:prstGeom prst="rect">
            <a:avLst/>
          </a:prstGeom>
          <a:solidFill>
            <a:schemeClr val="accent1">
              <a:lumMod val="40000"/>
              <a:lumOff val="6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55" name="正方形/長方形 3154">
            <a:extLst>
              <a:ext uri="{FF2B5EF4-FFF2-40B4-BE49-F238E27FC236}">
                <a16:creationId xmlns:a16="http://schemas.microsoft.com/office/drawing/2014/main" id="{30FC2949-5B4E-8C74-F76A-F60F6C1C6B46}"/>
              </a:ext>
            </a:extLst>
          </p:cNvPr>
          <p:cNvSpPr/>
          <p:nvPr/>
        </p:nvSpPr>
        <p:spPr>
          <a:xfrm>
            <a:off x="7228926" y="3927506"/>
            <a:ext cx="144000" cy="36000"/>
          </a:xfrm>
          <a:prstGeom prst="rect">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56" name="正方形/長方形 3155">
            <a:extLst>
              <a:ext uri="{FF2B5EF4-FFF2-40B4-BE49-F238E27FC236}">
                <a16:creationId xmlns:a16="http://schemas.microsoft.com/office/drawing/2014/main" id="{5581E164-A5B9-3060-8B0D-9F514D7FEA08}"/>
              </a:ext>
            </a:extLst>
          </p:cNvPr>
          <p:cNvSpPr/>
          <p:nvPr/>
        </p:nvSpPr>
        <p:spPr>
          <a:xfrm>
            <a:off x="7148131" y="4130087"/>
            <a:ext cx="144000" cy="113510"/>
          </a:xfrm>
          <a:prstGeom prst="rect">
            <a:avLst/>
          </a:prstGeom>
          <a:solidFill>
            <a:schemeClr val="accent1">
              <a:lumMod val="40000"/>
              <a:lumOff val="6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57" name="正方形/長方形 3156">
            <a:extLst>
              <a:ext uri="{FF2B5EF4-FFF2-40B4-BE49-F238E27FC236}">
                <a16:creationId xmlns:a16="http://schemas.microsoft.com/office/drawing/2014/main" id="{E1C9243D-01FD-2415-A161-581A4E2BF29F}"/>
              </a:ext>
            </a:extLst>
          </p:cNvPr>
          <p:cNvSpPr/>
          <p:nvPr/>
        </p:nvSpPr>
        <p:spPr>
          <a:xfrm>
            <a:off x="7148131" y="4130087"/>
            <a:ext cx="144000" cy="36000"/>
          </a:xfrm>
          <a:prstGeom prst="rect">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58" name="正方形/長方形 3157">
            <a:extLst>
              <a:ext uri="{FF2B5EF4-FFF2-40B4-BE49-F238E27FC236}">
                <a16:creationId xmlns:a16="http://schemas.microsoft.com/office/drawing/2014/main" id="{A2DE64A1-230E-146E-03A9-01169A176C13}"/>
              </a:ext>
            </a:extLst>
          </p:cNvPr>
          <p:cNvSpPr/>
          <p:nvPr/>
        </p:nvSpPr>
        <p:spPr>
          <a:xfrm>
            <a:off x="7336658" y="4130087"/>
            <a:ext cx="144000" cy="113510"/>
          </a:xfrm>
          <a:prstGeom prst="rect">
            <a:avLst/>
          </a:prstGeom>
          <a:solidFill>
            <a:schemeClr val="accent1">
              <a:lumMod val="40000"/>
              <a:lumOff val="6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59" name="正方形/長方形 3158">
            <a:extLst>
              <a:ext uri="{FF2B5EF4-FFF2-40B4-BE49-F238E27FC236}">
                <a16:creationId xmlns:a16="http://schemas.microsoft.com/office/drawing/2014/main" id="{0614A9C1-2ADF-E919-3D57-4EC28694FCC3}"/>
              </a:ext>
            </a:extLst>
          </p:cNvPr>
          <p:cNvSpPr/>
          <p:nvPr/>
        </p:nvSpPr>
        <p:spPr>
          <a:xfrm>
            <a:off x="7336658" y="4130087"/>
            <a:ext cx="144000" cy="36000"/>
          </a:xfrm>
          <a:prstGeom prst="rect">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160" name="コネクタ: カギ線 3159">
            <a:extLst>
              <a:ext uri="{FF2B5EF4-FFF2-40B4-BE49-F238E27FC236}">
                <a16:creationId xmlns:a16="http://schemas.microsoft.com/office/drawing/2014/main" id="{E615EE37-9E08-5AC7-09B3-A3045931AB0E}"/>
              </a:ext>
            </a:extLst>
          </p:cNvPr>
          <p:cNvCxnSpPr>
            <a:cxnSpLocks/>
            <a:stCxn id="3155" idx="0"/>
            <a:endCxn id="3139" idx="2"/>
          </p:cNvCxnSpPr>
          <p:nvPr/>
        </p:nvCxnSpPr>
        <p:spPr>
          <a:xfrm rot="5400000" flipH="1" flipV="1">
            <a:off x="7321296" y="3838820"/>
            <a:ext cx="68316" cy="109056"/>
          </a:xfrm>
          <a:prstGeom prst="bentConnector3">
            <a:avLst>
              <a:gd name="adj1" fmla="val 50000"/>
            </a:avLst>
          </a:prstGeom>
          <a:ln>
            <a:solidFill>
              <a:schemeClr val="accent1"/>
            </a:solidFill>
            <a:tailEnd type="none" w="med" len="sm"/>
          </a:ln>
        </p:spPr>
        <p:style>
          <a:lnRef idx="1">
            <a:schemeClr val="accent1"/>
          </a:lnRef>
          <a:fillRef idx="0">
            <a:schemeClr val="accent1"/>
          </a:fillRef>
          <a:effectRef idx="0">
            <a:schemeClr val="accent1"/>
          </a:effectRef>
          <a:fontRef idx="minor">
            <a:schemeClr val="tx1"/>
          </a:fontRef>
        </p:style>
      </p:cxnSp>
      <p:cxnSp>
        <p:nvCxnSpPr>
          <p:cNvPr id="3163" name="コネクタ: カギ線 3162">
            <a:extLst>
              <a:ext uri="{FF2B5EF4-FFF2-40B4-BE49-F238E27FC236}">
                <a16:creationId xmlns:a16="http://schemas.microsoft.com/office/drawing/2014/main" id="{78CB047E-7484-4B17-8516-ECAE0900D9C6}"/>
              </a:ext>
            </a:extLst>
          </p:cNvPr>
          <p:cNvCxnSpPr>
            <a:cxnSpLocks/>
            <a:stCxn id="3152" idx="0"/>
            <a:endCxn id="3139" idx="2"/>
          </p:cNvCxnSpPr>
          <p:nvPr/>
        </p:nvCxnSpPr>
        <p:spPr>
          <a:xfrm rot="16200000" flipV="1">
            <a:off x="7447733" y="3821440"/>
            <a:ext cx="75971" cy="151471"/>
          </a:xfrm>
          <a:prstGeom prst="bentConnector3">
            <a:avLst>
              <a:gd name="adj1" fmla="val 56269"/>
            </a:avLst>
          </a:prstGeom>
          <a:ln>
            <a:solidFill>
              <a:schemeClr val="accent1"/>
            </a:solidFill>
            <a:tailEnd type="none" w="med" len="sm"/>
          </a:ln>
        </p:spPr>
        <p:style>
          <a:lnRef idx="1">
            <a:schemeClr val="accent1"/>
          </a:lnRef>
          <a:fillRef idx="0">
            <a:schemeClr val="accent1"/>
          </a:fillRef>
          <a:effectRef idx="0">
            <a:schemeClr val="accent1"/>
          </a:effectRef>
          <a:fontRef idx="minor">
            <a:schemeClr val="tx1"/>
          </a:fontRef>
        </p:style>
      </p:cxnSp>
      <p:cxnSp>
        <p:nvCxnSpPr>
          <p:cNvPr id="3166" name="コネクタ: カギ線 3165">
            <a:extLst>
              <a:ext uri="{FF2B5EF4-FFF2-40B4-BE49-F238E27FC236}">
                <a16:creationId xmlns:a16="http://schemas.microsoft.com/office/drawing/2014/main" id="{B245D0C0-7564-8378-D96F-25405EBBE736}"/>
              </a:ext>
            </a:extLst>
          </p:cNvPr>
          <p:cNvCxnSpPr>
            <a:cxnSpLocks/>
            <a:stCxn id="3157" idx="0"/>
            <a:endCxn id="3154" idx="2"/>
          </p:cNvCxnSpPr>
          <p:nvPr/>
        </p:nvCxnSpPr>
        <p:spPr>
          <a:xfrm rot="5400000" flipH="1" flipV="1">
            <a:off x="7215993" y="4045155"/>
            <a:ext cx="89071" cy="80795"/>
          </a:xfrm>
          <a:prstGeom prst="bentConnector3">
            <a:avLst>
              <a:gd name="adj1" fmla="val 50000"/>
            </a:avLst>
          </a:prstGeom>
          <a:ln>
            <a:solidFill>
              <a:schemeClr val="accent1"/>
            </a:solidFill>
            <a:tailEnd type="none" w="med" len="sm"/>
          </a:ln>
        </p:spPr>
        <p:style>
          <a:lnRef idx="1">
            <a:schemeClr val="accent1"/>
          </a:lnRef>
          <a:fillRef idx="0">
            <a:schemeClr val="accent1"/>
          </a:fillRef>
          <a:effectRef idx="0">
            <a:schemeClr val="accent1"/>
          </a:effectRef>
          <a:fontRef idx="minor">
            <a:schemeClr val="tx1"/>
          </a:fontRef>
        </p:style>
      </p:cxnSp>
      <p:cxnSp>
        <p:nvCxnSpPr>
          <p:cNvPr id="3169" name="コネクタ: カギ線 3168">
            <a:extLst>
              <a:ext uri="{FF2B5EF4-FFF2-40B4-BE49-F238E27FC236}">
                <a16:creationId xmlns:a16="http://schemas.microsoft.com/office/drawing/2014/main" id="{CD451D46-6D94-AAEB-8788-0B8CCC3F05A3}"/>
              </a:ext>
            </a:extLst>
          </p:cNvPr>
          <p:cNvCxnSpPr>
            <a:cxnSpLocks/>
            <a:stCxn id="3159" idx="0"/>
            <a:endCxn id="3154" idx="2"/>
          </p:cNvCxnSpPr>
          <p:nvPr/>
        </p:nvCxnSpPr>
        <p:spPr>
          <a:xfrm rot="16200000" flipV="1">
            <a:off x="7310257" y="4031686"/>
            <a:ext cx="89071" cy="107732"/>
          </a:xfrm>
          <a:prstGeom prst="bentConnector3">
            <a:avLst>
              <a:gd name="adj1" fmla="val 50000"/>
            </a:avLst>
          </a:prstGeom>
          <a:ln>
            <a:solidFill>
              <a:schemeClr val="accent1"/>
            </a:solidFill>
            <a:tailEnd type="none" w="med" len="sm"/>
          </a:ln>
        </p:spPr>
        <p:style>
          <a:lnRef idx="1">
            <a:schemeClr val="accent1"/>
          </a:lnRef>
          <a:fillRef idx="0">
            <a:schemeClr val="accent1"/>
          </a:fillRef>
          <a:effectRef idx="0">
            <a:schemeClr val="accent1"/>
          </a:effectRef>
          <a:fontRef idx="minor">
            <a:schemeClr val="tx1"/>
          </a:fontRef>
        </p:style>
      </p:cxnSp>
      <p:cxnSp>
        <p:nvCxnSpPr>
          <p:cNvPr id="3184" name="直線コネクタ 3183">
            <a:extLst>
              <a:ext uri="{FF2B5EF4-FFF2-40B4-BE49-F238E27FC236}">
                <a16:creationId xmlns:a16="http://schemas.microsoft.com/office/drawing/2014/main" id="{4197155C-E6C7-51D9-3843-7DA9AFB3CD0E}"/>
              </a:ext>
            </a:extLst>
          </p:cNvPr>
          <p:cNvCxnSpPr>
            <a:cxnSpLocks/>
            <a:stCxn id="21" idx="1"/>
            <a:endCxn id="3154" idx="1"/>
          </p:cNvCxnSpPr>
          <p:nvPr/>
        </p:nvCxnSpPr>
        <p:spPr>
          <a:xfrm>
            <a:off x="6328982" y="3708831"/>
            <a:ext cx="899944" cy="275430"/>
          </a:xfrm>
          <a:prstGeom prst="curvedConnector3">
            <a:avLst>
              <a:gd name="adj1" fmla="val 50000"/>
            </a:avLst>
          </a:prstGeom>
          <a:ln w="9525">
            <a:solidFill>
              <a:schemeClr val="accent2">
                <a:alpha val="70000"/>
              </a:schemeClr>
            </a:solidFill>
            <a:prstDash val="solid"/>
            <a:headEnd type="none" w="sm" len="sm"/>
            <a:tailEnd type="arrow" w="sm" len="sm"/>
          </a:ln>
        </p:spPr>
        <p:style>
          <a:lnRef idx="1">
            <a:schemeClr val="accent6"/>
          </a:lnRef>
          <a:fillRef idx="0">
            <a:schemeClr val="accent6"/>
          </a:fillRef>
          <a:effectRef idx="0">
            <a:schemeClr val="accent6"/>
          </a:effectRef>
          <a:fontRef idx="minor">
            <a:schemeClr val="tx1"/>
          </a:fontRef>
        </p:style>
      </p:cxnSp>
      <p:sp>
        <p:nvSpPr>
          <p:cNvPr id="3192" name="四角形: メモ 3191">
            <a:extLst>
              <a:ext uri="{FF2B5EF4-FFF2-40B4-BE49-F238E27FC236}">
                <a16:creationId xmlns:a16="http://schemas.microsoft.com/office/drawing/2014/main" id="{06041547-CED4-4B6E-E953-A31D04B34A27}"/>
              </a:ext>
            </a:extLst>
          </p:cNvPr>
          <p:cNvSpPr/>
          <p:nvPr/>
        </p:nvSpPr>
        <p:spPr>
          <a:xfrm rot="10800000">
            <a:off x="6107697" y="4193362"/>
            <a:ext cx="221285" cy="241889"/>
          </a:xfrm>
          <a:prstGeom prst="foldedCorner">
            <a:avLst/>
          </a:prstGeom>
          <a:solidFill>
            <a:schemeClr val="bg1"/>
          </a:solidFill>
          <a:ln>
            <a:solidFill>
              <a:schemeClr val="tx2"/>
            </a:solidFill>
          </a:ln>
        </p:spPr>
        <p:style>
          <a:lnRef idx="1">
            <a:schemeClr val="accent6"/>
          </a:lnRef>
          <a:fillRef idx="2">
            <a:schemeClr val="accent6"/>
          </a:fillRef>
          <a:effectRef idx="1">
            <a:schemeClr val="accent6"/>
          </a:effectRef>
          <a:fontRef idx="minor">
            <a:schemeClr val="dk1"/>
          </a:fontRef>
        </p:style>
        <p:txBody>
          <a:bodyPr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l"/>
            <a:endParaRPr kumimoji="1" lang="ja-JP" altLang="en-US" sz="1100" dirty="0"/>
          </a:p>
        </p:txBody>
      </p:sp>
      <p:cxnSp>
        <p:nvCxnSpPr>
          <p:cNvPr id="3195" name="直線コネクタ 3194">
            <a:extLst>
              <a:ext uri="{FF2B5EF4-FFF2-40B4-BE49-F238E27FC236}">
                <a16:creationId xmlns:a16="http://schemas.microsoft.com/office/drawing/2014/main" id="{15B9F968-EEFE-5127-F6EB-100209F2B1B9}"/>
              </a:ext>
            </a:extLst>
          </p:cNvPr>
          <p:cNvCxnSpPr>
            <a:cxnSpLocks/>
            <a:stCxn id="22" idx="3"/>
            <a:endCxn id="3192" idx="3"/>
          </p:cNvCxnSpPr>
          <p:nvPr/>
        </p:nvCxnSpPr>
        <p:spPr>
          <a:xfrm rot="10800000" flipV="1">
            <a:off x="6107698" y="4007870"/>
            <a:ext cx="1" cy="306436"/>
          </a:xfrm>
          <a:prstGeom prst="curvedConnector3">
            <a:avLst>
              <a:gd name="adj1" fmla="val 22860100000"/>
            </a:avLst>
          </a:prstGeom>
          <a:ln w="6350">
            <a:solidFill>
              <a:srgbClr val="009BC6">
                <a:alpha val="70000"/>
              </a:srgbClr>
            </a:solidFill>
            <a:prstDash val="dash"/>
            <a:headEnd type="oval" w="sm" len="sm"/>
            <a:tailEnd type="oval" w="sm" len="sm"/>
          </a:ln>
        </p:spPr>
        <p:style>
          <a:lnRef idx="1">
            <a:schemeClr val="accent6"/>
          </a:lnRef>
          <a:fillRef idx="0">
            <a:schemeClr val="accent6"/>
          </a:fillRef>
          <a:effectRef idx="0">
            <a:schemeClr val="accent6"/>
          </a:effectRef>
          <a:fontRef idx="minor">
            <a:schemeClr val="tx1"/>
          </a:fontRef>
        </p:style>
      </p:cxnSp>
      <p:cxnSp>
        <p:nvCxnSpPr>
          <p:cNvPr id="3075" name="直線コネクタ 3185">
            <a:extLst>
              <a:ext uri="{FF2B5EF4-FFF2-40B4-BE49-F238E27FC236}">
                <a16:creationId xmlns:a16="http://schemas.microsoft.com/office/drawing/2014/main" id="{82E9266A-1DC5-07D3-D88F-0EF7B9E060A5}"/>
              </a:ext>
            </a:extLst>
          </p:cNvPr>
          <p:cNvCxnSpPr>
            <a:cxnSpLocks/>
            <a:stCxn id="21" idx="1"/>
            <a:endCxn id="3136" idx="1"/>
          </p:cNvCxnSpPr>
          <p:nvPr/>
        </p:nvCxnSpPr>
        <p:spPr>
          <a:xfrm>
            <a:off x="6328982" y="3708831"/>
            <a:ext cx="1463100" cy="45307"/>
          </a:xfrm>
          <a:prstGeom prst="curvedConnector3">
            <a:avLst>
              <a:gd name="adj1" fmla="val 50000"/>
            </a:avLst>
          </a:prstGeom>
          <a:ln w="9525">
            <a:solidFill>
              <a:schemeClr val="accent2">
                <a:alpha val="70000"/>
              </a:schemeClr>
            </a:solidFill>
            <a:prstDash val="solid"/>
            <a:headEnd type="none" w="sm" len="sm"/>
            <a:tailEnd type="arrow" w="sm" len="sm"/>
          </a:ln>
        </p:spPr>
        <p:style>
          <a:lnRef idx="1">
            <a:schemeClr val="accent6"/>
          </a:lnRef>
          <a:fillRef idx="0">
            <a:schemeClr val="accent6"/>
          </a:fillRef>
          <a:effectRef idx="0">
            <a:schemeClr val="accent6"/>
          </a:effectRef>
          <a:fontRef idx="minor">
            <a:schemeClr val="tx1"/>
          </a:fontRef>
        </p:style>
      </p:cxnSp>
      <p:cxnSp>
        <p:nvCxnSpPr>
          <p:cNvPr id="3186" name="直線コネクタ 3185">
            <a:extLst>
              <a:ext uri="{FF2B5EF4-FFF2-40B4-BE49-F238E27FC236}">
                <a16:creationId xmlns:a16="http://schemas.microsoft.com/office/drawing/2014/main" id="{D75A8252-8911-FD90-A067-FCD67CB7C672}"/>
              </a:ext>
            </a:extLst>
          </p:cNvPr>
          <p:cNvCxnSpPr>
            <a:cxnSpLocks/>
            <a:stCxn id="3192" idx="1"/>
            <a:endCxn id="29" idx="1"/>
          </p:cNvCxnSpPr>
          <p:nvPr/>
        </p:nvCxnSpPr>
        <p:spPr>
          <a:xfrm flipV="1">
            <a:off x="6328982" y="4263076"/>
            <a:ext cx="1453556" cy="51230"/>
          </a:xfrm>
          <a:prstGeom prst="curvedConnector3">
            <a:avLst>
              <a:gd name="adj1" fmla="val 50000"/>
            </a:avLst>
          </a:prstGeom>
          <a:ln w="9525">
            <a:solidFill>
              <a:schemeClr val="accent2">
                <a:alpha val="70000"/>
              </a:schemeClr>
            </a:solidFill>
            <a:prstDash val="solid"/>
            <a:headEnd type="none" w="sm" len="sm"/>
            <a:tailEnd type="arrow" w="sm" len="sm"/>
          </a:ln>
        </p:spPr>
        <p:style>
          <a:lnRef idx="1">
            <a:schemeClr val="accent6"/>
          </a:lnRef>
          <a:fillRef idx="0">
            <a:schemeClr val="accent6"/>
          </a:fillRef>
          <a:effectRef idx="0">
            <a:schemeClr val="accent6"/>
          </a:effectRef>
          <a:fontRef idx="minor">
            <a:schemeClr val="tx1"/>
          </a:fontRef>
        </p:style>
      </p:cxnSp>
      <p:sp>
        <p:nvSpPr>
          <p:cNvPr id="3225" name="矢印: 下カーブ 3224">
            <a:extLst>
              <a:ext uri="{FF2B5EF4-FFF2-40B4-BE49-F238E27FC236}">
                <a16:creationId xmlns:a16="http://schemas.microsoft.com/office/drawing/2014/main" id="{56CB2798-0AB2-A5CD-D482-5996C679372E}"/>
              </a:ext>
            </a:extLst>
          </p:cNvPr>
          <p:cNvSpPr/>
          <p:nvPr/>
        </p:nvSpPr>
        <p:spPr>
          <a:xfrm rot="10800000">
            <a:off x="792870" y="3886288"/>
            <a:ext cx="6576831" cy="1524061"/>
          </a:xfrm>
          <a:prstGeom prst="curvedDownArrow">
            <a:avLst>
              <a:gd name="adj1" fmla="val 40995"/>
              <a:gd name="adj2" fmla="val 67639"/>
              <a:gd name="adj3" fmla="val 30000"/>
            </a:avLst>
          </a:prstGeom>
          <a:solidFill>
            <a:schemeClr val="accent1">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chemeClr val="tx1"/>
              </a:solidFill>
            </a:endParaRPr>
          </a:p>
        </p:txBody>
      </p:sp>
      <p:sp>
        <p:nvSpPr>
          <p:cNvPr id="3242" name="四角形: メモ 3241">
            <a:extLst>
              <a:ext uri="{FF2B5EF4-FFF2-40B4-BE49-F238E27FC236}">
                <a16:creationId xmlns:a16="http://schemas.microsoft.com/office/drawing/2014/main" id="{E343D5ED-83E8-4A34-AA29-7E55043932B5}"/>
              </a:ext>
            </a:extLst>
          </p:cNvPr>
          <p:cNvSpPr/>
          <p:nvPr/>
        </p:nvSpPr>
        <p:spPr>
          <a:xfrm rot="10800000">
            <a:off x="3098861" y="3518099"/>
            <a:ext cx="221285" cy="241889"/>
          </a:xfrm>
          <a:prstGeom prst="foldedCorner">
            <a:avLst/>
          </a:prstGeom>
          <a:solidFill>
            <a:schemeClr val="bg1"/>
          </a:solidFill>
          <a:ln>
            <a:solidFill>
              <a:schemeClr val="tx2"/>
            </a:solidFill>
          </a:ln>
        </p:spPr>
        <p:style>
          <a:lnRef idx="1">
            <a:schemeClr val="accent6"/>
          </a:lnRef>
          <a:fillRef idx="2">
            <a:schemeClr val="accent6"/>
          </a:fillRef>
          <a:effectRef idx="1">
            <a:schemeClr val="accent6"/>
          </a:effectRef>
          <a:fontRef idx="minor">
            <a:schemeClr val="dk1"/>
          </a:fontRef>
        </p:style>
        <p:txBody>
          <a:bodyPr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l"/>
            <a:endParaRPr kumimoji="1" lang="ja-JP" altLang="en-US" sz="1100" dirty="0"/>
          </a:p>
        </p:txBody>
      </p:sp>
      <p:sp>
        <p:nvSpPr>
          <p:cNvPr id="3243" name="四角形: メモ 3242">
            <a:extLst>
              <a:ext uri="{FF2B5EF4-FFF2-40B4-BE49-F238E27FC236}">
                <a16:creationId xmlns:a16="http://schemas.microsoft.com/office/drawing/2014/main" id="{D9D9049E-1873-9059-A9EC-B595A61517C0}"/>
              </a:ext>
            </a:extLst>
          </p:cNvPr>
          <p:cNvSpPr/>
          <p:nvPr/>
        </p:nvSpPr>
        <p:spPr>
          <a:xfrm rot="10800000">
            <a:off x="3092550" y="3909446"/>
            <a:ext cx="221285" cy="241889"/>
          </a:xfrm>
          <a:prstGeom prst="foldedCorner">
            <a:avLst/>
          </a:prstGeom>
          <a:solidFill>
            <a:schemeClr val="bg1"/>
          </a:solidFill>
          <a:ln>
            <a:solidFill>
              <a:schemeClr val="tx2"/>
            </a:solidFill>
          </a:ln>
        </p:spPr>
        <p:style>
          <a:lnRef idx="1">
            <a:schemeClr val="accent6"/>
          </a:lnRef>
          <a:fillRef idx="2">
            <a:schemeClr val="accent6"/>
          </a:fillRef>
          <a:effectRef idx="1">
            <a:schemeClr val="accent6"/>
          </a:effectRef>
          <a:fontRef idx="minor">
            <a:schemeClr val="dk1"/>
          </a:fontRef>
        </p:style>
        <p:txBody>
          <a:bodyPr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l"/>
            <a:endParaRPr kumimoji="1" lang="ja-JP" altLang="en-US" sz="1100" dirty="0"/>
          </a:p>
        </p:txBody>
      </p:sp>
      <p:cxnSp>
        <p:nvCxnSpPr>
          <p:cNvPr id="3244" name="直線コネクタ 3194">
            <a:extLst>
              <a:ext uri="{FF2B5EF4-FFF2-40B4-BE49-F238E27FC236}">
                <a16:creationId xmlns:a16="http://schemas.microsoft.com/office/drawing/2014/main" id="{1CF9C5D2-8B41-42F0-9FD7-82B54594D26A}"/>
              </a:ext>
            </a:extLst>
          </p:cNvPr>
          <p:cNvCxnSpPr>
            <a:cxnSpLocks/>
            <a:stCxn id="3242" idx="3"/>
            <a:endCxn id="3243" idx="3"/>
          </p:cNvCxnSpPr>
          <p:nvPr/>
        </p:nvCxnSpPr>
        <p:spPr>
          <a:xfrm rot="10800000" flipV="1">
            <a:off x="3092551" y="3639042"/>
            <a:ext cx="6311" cy="391347"/>
          </a:xfrm>
          <a:prstGeom prst="curvedConnector3">
            <a:avLst>
              <a:gd name="adj1" fmla="val 3722247"/>
            </a:avLst>
          </a:prstGeom>
          <a:ln w="6350">
            <a:solidFill>
              <a:srgbClr val="009BC6">
                <a:alpha val="70000"/>
              </a:srgbClr>
            </a:solidFill>
            <a:prstDash val="dash"/>
            <a:headEnd type="oval" w="sm" len="sm"/>
            <a:tailEnd type="oval" w="sm" len="sm"/>
          </a:ln>
        </p:spPr>
        <p:style>
          <a:lnRef idx="1">
            <a:schemeClr val="accent6"/>
          </a:lnRef>
          <a:fillRef idx="0">
            <a:schemeClr val="accent6"/>
          </a:fillRef>
          <a:effectRef idx="0">
            <a:schemeClr val="accent6"/>
          </a:effectRef>
          <a:fontRef idx="minor">
            <a:schemeClr val="tx1"/>
          </a:fontRef>
        </p:style>
      </p:cxnSp>
      <p:cxnSp>
        <p:nvCxnSpPr>
          <p:cNvPr id="3247" name="直線コネクタ 3194">
            <a:extLst>
              <a:ext uri="{FF2B5EF4-FFF2-40B4-BE49-F238E27FC236}">
                <a16:creationId xmlns:a16="http://schemas.microsoft.com/office/drawing/2014/main" id="{B89388C7-317C-E4D0-9DDC-50EBA1102DE2}"/>
              </a:ext>
            </a:extLst>
          </p:cNvPr>
          <p:cNvCxnSpPr>
            <a:cxnSpLocks/>
            <a:stCxn id="3242" idx="1"/>
            <a:endCxn id="3" idx="3"/>
          </p:cNvCxnSpPr>
          <p:nvPr/>
        </p:nvCxnSpPr>
        <p:spPr>
          <a:xfrm>
            <a:off x="3320146" y="3639043"/>
            <a:ext cx="286683" cy="197549"/>
          </a:xfrm>
          <a:prstGeom prst="curvedConnector3">
            <a:avLst>
              <a:gd name="adj1" fmla="val 50000"/>
            </a:avLst>
          </a:prstGeom>
          <a:ln w="6350">
            <a:solidFill>
              <a:srgbClr val="009BC6">
                <a:alpha val="70000"/>
              </a:srgbClr>
            </a:solidFill>
            <a:prstDash val="dash"/>
            <a:headEnd type="oval" w="sm" len="sm"/>
            <a:tailEnd type="oval" w="sm" len="sm"/>
          </a:ln>
        </p:spPr>
        <p:style>
          <a:lnRef idx="1">
            <a:schemeClr val="accent6"/>
          </a:lnRef>
          <a:fillRef idx="0">
            <a:schemeClr val="accent6"/>
          </a:fillRef>
          <a:effectRef idx="0">
            <a:schemeClr val="accent6"/>
          </a:effectRef>
          <a:fontRef idx="minor">
            <a:schemeClr val="tx1"/>
          </a:fontRef>
        </p:style>
      </p:cxnSp>
      <p:sp>
        <p:nvSpPr>
          <p:cNvPr id="3256" name="正方形/長方形 3255">
            <a:extLst>
              <a:ext uri="{FF2B5EF4-FFF2-40B4-BE49-F238E27FC236}">
                <a16:creationId xmlns:a16="http://schemas.microsoft.com/office/drawing/2014/main" id="{7691DEE2-A521-63AF-DAB0-77BB2E0830A3}"/>
              </a:ext>
            </a:extLst>
          </p:cNvPr>
          <p:cNvSpPr/>
          <p:nvPr/>
        </p:nvSpPr>
        <p:spPr>
          <a:xfrm>
            <a:off x="2739391" y="1942601"/>
            <a:ext cx="1414327" cy="911153"/>
          </a:xfrm>
          <a:prstGeom prst="rect">
            <a:avLst/>
          </a:prstGeom>
          <a:solidFill>
            <a:schemeClr val="bg2">
              <a:alpha val="4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ja-JP" altLang="en-US" b="1" u="sng" dirty="0">
              <a:solidFill>
                <a:srgbClr val="009BC6"/>
              </a:solidFill>
            </a:endParaRPr>
          </a:p>
        </p:txBody>
      </p:sp>
      <p:sp>
        <p:nvSpPr>
          <p:cNvPr id="3258" name="正方形/長方形 3257">
            <a:extLst>
              <a:ext uri="{FF2B5EF4-FFF2-40B4-BE49-F238E27FC236}">
                <a16:creationId xmlns:a16="http://schemas.microsoft.com/office/drawing/2014/main" id="{0FC8D8C5-4ECA-09B9-19B1-297EBEA61FC2}"/>
              </a:ext>
            </a:extLst>
          </p:cNvPr>
          <p:cNvSpPr/>
          <p:nvPr/>
        </p:nvSpPr>
        <p:spPr>
          <a:xfrm>
            <a:off x="2722024" y="4827713"/>
            <a:ext cx="1414327" cy="925579"/>
          </a:xfrm>
          <a:prstGeom prst="rect">
            <a:avLst/>
          </a:prstGeom>
          <a:solidFill>
            <a:schemeClr val="bg2">
              <a:alpha val="4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ja-JP" altLang="en-US" b="1" u="sng" dirty="0">
              <a:solidFill>
                <a:srgbClr val="009BC6"/>
              </a:solidFill>
            </a:endParaRPr>
          </a:p>
        </p:txBody>
      </p:sp>
      <p:sp>
        <p:nvSpPr>
          <p:cNvPr id="3224" name="矢印: 下カーブ 3223">
            <a:extLst>
              <a:ext uri="{FF2B5EF4-FFF2-40B4-BE49-F238E27FC236}">
                <a16:creationId xmlns:a16="http://schemas.microsoft.com/office/drawing/2014/main" id="{2501CF66-7A1A-4C63-CE8C-172FCB07A41E}"/>
              </a:ext>
            </a:extLst>
          </p:cNvPr>
          <p:cNvSpPr/>
          <p:nvPr/>
        </p:nvSpPr>
        <p:spPr>
          <a:xfrm>
            <a:off x="1023500" y="2085453"/>
            <a:ext cx="6537954" cy="1524061"/>
          </a:xfrm>
          <a:prstGeom prst="curvedDownArrow">
            <a:avLst>
              <a:gd name="adj1" fmla="val 40995"/>
              <a:gd name="adj2" fmla="val 67639"/>
              <a:gd name="adj3" fmla="val 30000"/>
            </a:avLst>
          </a:prstGeom>
          <a:solidFill>
            <a:schemeClr val="accent1">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chemeClr val="tx1"/>
              </a:solidFill>
            </a:endParaRPr>
          </a:p>
        </p:txBody>
      </p:sp>
      <p:cxnSp>
        <p:nvCxnSpPr>
          <p:cNvPr id="3197" name="直線矢印コネクタ 3196">
            <a:extLst>
              <a:ext uri="{FF2B5EF4-FFF2-40B4-BE49-F238E27FC236}">
                <a16:creationId xmlns:a16="http://schemas.microsoft.com/office/drawing/2014/main" id="{6FDC8969-4E57-5B88-EACE-E08E2AA61C45}"/>
              </a:ext>
            </a:extLst>
          </p:cNvPr>
          <p:cNvCxnSpPr>
            <a:cxnSpLocks/>
          </p:cNvCxnSpPr>
          <p:nvPr/>
        </p:nvCxnSpPr>
        <p:spPr>
          <a:xfrm>
            <a:off x="4427558" y="2327342"/>
            <a:ext cx="1285373" cy="547941"/>
          </a:xfrm>
          <a:prstGeom prst="straightConnector1">
            <a:avLst/>
          </a:prstGeom>
          <a:ln w="44450">
            <a:solidFill>
              <a:schemeClr val="accent5">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108" name="直線矢印コネクタ 3107">
            <a:extLst>
              <a:ext uri="{FF2B5EF4-FFF2-40B4-BE49-F238E27FC236}">
                <a16:creationId xmlns:a16="http://schemas.microsoft.com/office/drawing/2014/main" id="{AC00F499-DF1B-C58D-8940-88F72C453719}"/>
              </a:ext>
            </a:extLst>
          </p:cNvPr>
          <p:cNvCxnSpPr>
            <a:cxnSpLocks/>
          </p:cNvCxnSpPr>
          <p:nvPr/>
        </p:nvCxnSpPr>
        <p:spPr>
          <a:xfrm>
            <a:off x="4267866" y="3754138"/>
            <a:ext cx="1437121" cy="0"/>
          </a:xfrm>
          <a:prstGeom prst="straightConnector1">
            <a:avLst/>
          </a:prstGeom>
          <a:ln w="44450">
            <a:solidFill>
              <a:schemeClr val="accent5">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111" name="直線矢印コネクタ 3110">
            <a:extLst>
              <a:ext uri="{FF2B5EF4-FFF2-40B4-BE49-F238E27FC236}">
                <a16:creationId xmlns:a16="http://schemas.microsoft.com/office/drawing/2014/main" id="{57847987-E102-76FF-B9F4-A353F3A63BB2}"/>
              </a:ext>
            </a:extLst>
          </p:cNvPr>
          <p:cNvCxnSpPr>
            <a:cxnSpLocks/>
          </p:cNvCxnSpPr>
          <p:nvPr/>
        </p:nvCxnSpPr>
        <p:spPr>
          <a:xfrm flipH="1">
            <a:off x="4337079" y="4686861"/>
            <a:ext cx="1375852" cy="492290"/>
          </a:xfrm>
          <a:prstGeom prst="straightConnector1">
            <a:avLst/>
          </a:prstGeom>
          <a:ln w="44450">
            <a:solidFill>
              <a:schemeClr val="accent5">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216" name="直線矢印コネクタ 3215">
            <a:extLst>
              <a:ext uri="{FF2B5EF4-FFF2-40B4-BE49-F238E27FC236}">
                <a16:creationId xmlns:a16="http://schemas.microsoft.com/office/drawing/2014/main" id="{B3737B61-D6B1-8942-750E-399E32914243}"/>
              </a:ext>
            </a:extLst>
          </p:cNvPr>
          <p:cNvCxnSpPr>
            <a:cxnSpLocks/>
          </p:cNvCxnSpPr>
          <p:nvPr/>
        </p:nvCxnSpPr>
        <p:spPr>
          <a:xfrm flipV="1">
            <a:off x="1314757" y="2369679"/>
            <a:ext cx="1097692" cy="864784"/>
          </a:xfrm>
          <a:prstGeom prst="straightConnector1">
            <a:avLst/>
          </a:prstGeom>
          <a:ln w="44450">
            <a:solidFill>
              <a:schemeClr val="accent5">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218" name="直線矢印コネクタ 3217">
            <a:extLst>
              <a:ext uri="{FF2B5EF4-FFF2-40B4-BE49-F238E27FC236}">
                <a16:creationId xmlns:a16="http://schemas.microsoft.com/office/drawing/2014/main" id="{BB74765C-8EAA-4C7F-9C69-980D07AE02BF}"/>
              </a:ext>
            </a:extLst>
          </p:cNvPr>
          <p:cNvCxnSpPr>
            <a:cxnSpLocks/>
          </p:cNvCxnSpPr>
          <p:nvPr/>
        </p:nvCxnSpPr>
        <p:spPr>
          <a:xfrm>
            <a:off x="1409480" y="3745680"/>
            <a:ext cx="981290" cy="0"/>
          </a:xfrm>
          <a:prstGeom prst="straightConnector1">
            <a:avLst/>
          </a:prstGeom>
          <a:ln w="44450">
            <a:solidFill>
              <a:schemeClr val="accent5">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221" name="直線矢印コネクタ 3220">
            <a:extLst>
              <a:ext uri="{FF2B5EF4-FFF2-40B4-BE49-F238E27FC236}">
                <a16:creationId xmlns:a16="http://schemas.microsoft.com/office/drawing/2014/main" id="{C12170B2-9CCD-2AD9-1E6D-E53D5C5719C7}"/>
              </a:ext>
            </a:extLst>
          </p:cNvPr>
          <p:cNvCxnSpPr>
            <a:cxnSpLocks/>
          </p:cNvCxnSpPr>
          <p:nvPr/>
        </p:nvCxnSpPr>
        <p:spPr>
          <a:xfrm flipH="1" flipV="1">
            <a:off x="1362977" y="4372049"/>
            <a:ext cx="1011519" cy="729392"/>
          </a:xfrm>
          <a:prstGeom prst="straightConnector1">
            <a:avLst/>
          </a:prstGeom>
          <a:ln w="44450">
            <a:solidFill>
              <a:schemeClr val="accent5">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 name="矢印: 五方向 6">
            <a:extLst>
              <a:ext uri="{FF2B5EF4-FFF2-40B4-BE49-F238E27FC236}">
                <a16:creationId xmlns:a16="http://schemas.microsoft.com/office/drawing/2014/main" id="{4CB22B13-8E44-D5E8-4338-ED5E1B53295E}"/>
              </a:ext>
            </a:extLst>
          </p:cNvPr>
          <p:cNvSpPr/>
          <p:nvPr/>
        </p:nvSpPr>
        <p:spPr>
          <a:xfrm rot="13502378">
            <a:off x="7015993" y="5752009"/>
            <a:ext cx="133466" cy="72000"/>
          </a:xfrm>
          <a:prstGeom prst="homePlate">
            <a:avLst/>
          </a:prstGeom>
          <a:solidFill>
            <a:schemeClr val="accent4">
              <a:lumMod val="60000"/>
              <a:lumOff val="40000"/>
            </a:schemeClr>
          </a:solidFill>
          <a:ln>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CDB7D562-24F7-FC52-A39B-3D27C6C59177}"/>
              </a:ext>
            </a:extLst>
          </p:cNvPr>
          <p:cNvSpPr txBox="1"/>
          <p:nvPr/>
        </p:nvSpPr>
        <p:spPr>
          <a:xfrm>
            <a:off x="7148131" y="5659173"/>
            <a:ext cx="1567153" cy="253916"/>
          </a:xfrm>
          <a:prstGeom prst="rect">
            <a:avLst/>
          </a:prstGeom>
          <a:noFill/>
        </p:spPr>
        <p:txBody>
          <a:bodyPr wrap="square" rtlCol="0">
            <a:spAutoFit/>
          </a:bodyPr>
          <a:lstStyle/>
          <a:p>
            <a:r>
              <a:rPr kumimoji="1" lang="ja-JP" altLang="en-US" sz="1050" dirty="0"/>
              <a:t>タグ：情報の属性を示す</a:t>
            </a:r>
          </a:p>
        </p:txBody>
      </p:sp>
      <p:sp>
        <p:nvSpPr>
          <p:cNvPr id="9" name="雲 8">
            <a:extLst>
              <a:ext uri="{FF2B5EF4-FFF2-40B4-BE49-F238E27FC236}">
                <a16:creationId xmlns:a16="http://schemas.microsoft.com/office/drawing/2014/main" id="{A3B73A86-DB4A-54EF-A2D0-1CE55261F539}"/>
              </a:ext>
            </a:extLst>
          </p:cNvPr>
          <p:cNvSpPr/>
          <p:nvPr/>
        </p:nvSpPr>
        <p:spPr>
          <a:xfrm>
            <a:off x="8631718" y="3846546"/>
            <a:ext cx="3430019" cy="2437651"/>
          </a:xfrm>
          <a:prstGeom prst="cloud">
            <a:avLst/>
          </a:prstGeom>
          <a:solidFill>
            <a:schemeClr val="accent1">
              <a:lumMod val="40000"/>
              <a:lumOff val="60000"/>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r>
              <a:rPr kumimoji="1" lang="ja-JP" altLang="en-US" sz="1000" dirty="0">
                <a:solidFill>
                  <a:srgbClr val="009BC6"/>
                </a:solidFill>
              </a:rPr>
              <a:t>・段々成果が出来上がってきている！</a:t>
            </a:r>
            <a:endParaRPr kumimoji="1" lang="en-US" altLang="ja-JP" sz="1000" dirty="0">
              <a:solidFill>
                <a:srgbClr val="009BC6"/>
              </a:solidFill>
            </a:endParaRPr>
          </a:p>
          <a:p>
            <a:endParaRPr kumimoji="1" lang="ja-JP" altLang="en-US" sz="1000" dirty="0">
              <a:solidFill>
                <a:srgbClr val="009BC6"/>
              </a:solidFill>
            </a:endParaRPr>
          </a:p>
          <a:p>
            <a:r>
              <a:rPr kumimoji="1" lang="ja-JP" altLang="en-US" sz="1000" dirty="0">
                <a:solidFill>
                  <a:srgbClr val="009BC6"/>
                </a:solidFill>
              </a:rPr>
              <a:t>・情報がどんどんたまってる。あの文書も入れておこう！</a:t>
            </a:r>
            <a:endParaRPr kumimoji="1" lang="en-US" altLang="ja-JP" sz="1000" dirty="0">
              <a:solidFill>
                <a:srgbClr val="009BC6"/>
              </a:solidFill>
            </a:endParaRPr>
          </a:p>
          <a:p>
            <a:endParaRPr kumimoji="1" lang="ja-JP" altLang="en-US" sz="1000" dirty="0">
              <a:solidFill>
                <a:srgbClr val="009BC6"/>
              </a:solidFill>
            </a:endParaRPr>
          </a:p>
          <a:p>
            <a:r>
              <a:rPr kumimoji="1" lang="ja-JP" altLang="en-US" sz="1000" dirty="0">
                <a:solidFill>
                  <a:srgbClr val="009BC6"/>
                </a:solidFill>
              </a:rPr>
              <a:t>・自分と関係しそうな情報が増えてる。ちょっと見てみよう！</a:t>
            </a:r>
          </a:p>
          <a:p>
            <a:r>
              <a:rPr kumimoji="1" lang="ja-JP" altLang="en-US" sz="1000" dirty="0">
                <a:solidFill>
                  <a:srgbClr val="009BC6"/>
                </a:solidFill>
              </a:rPr>
              <a:t>　→ 関係してたから、繋げておこう！</a:t>
            </a:r>
            <a:endParaRPr kumimoji="1" lang="en-US" altLang="ja-JP" sz="1000" dirty="0">
              <a:solidFill>
                <a:srgbClr val="009BC6"/>
              </a:solidFill>
            </a:endParaRPr>
          </a:p>
          <a:p>
            <a:endParaRPr kumimoji="1" lang="ja-JP" altLang="en-US" sz="1000" dirty="0">
              <a:solidFill>
                <a:srgbClr val="009BC6"/>
              </a:solidFill>
            </a:endParaRPr>
          </a:p>
          <a:p>
            <a:r>
              <a:rPr kumimoji="1" lang="ja-JP" altLang="en-US" sz="1000" dirty="0">
                <a:solidFill>
                  <a:srgbClr val="009BC6"/>
                </a:solidFill>
              </a:rPr>
              <a:t>・今日議論した情報残し忘れた。登録しておこう！</a:t>
            </a:r>
            <a:endParaRPr kumimoji="1" lang="en-US" altLang="ja-JP" sz="1000" dirty="0">
              <a:solidFill>
                <a:srgbClr val="009BC6"/>
              </a:solidFill>
            </a:endParaRPr>
          </a:p>
          <a:p>
            <a:endParaRPr kumimoji="1" lang="ja-JP" altLang="en-US" sz="1000" dirty="0">
              <a:solidFill>
                <a:srgbClr val="009BC6"/>
              </a:solidFill>
            </a:endParaRPr>
          </a:p>
          <a:p>
            <a:r>
              <a:rPr kumimoji="1" lang="ja-JP" altLang="en-US" sz="1000" dirty="0">
                <a:solidFill>
                  <a:srgbClr val="009BC6"/>
                </a:solidFill>
              </a:rPr>
              <a:t>・とりあえず、ここを見ればなんか見つかりそう！</a:t>
            </a:r>
            <a:endParaRPr kumimoji="1" lang="en-US" altLang="ja-JP" sz="1000" dirty="0">
              <a:solidFill>
                <a:srgbClr val="009BC6"/>
              </a:solidFill>
            </a:endParaRPr>
          </a:p>
          <a:p>
            <a:endParaRPr kumimoji="1" lang="ja-JP" altLang="en-US" sz="1000" dirty="0">
              <a:solidFill>
                <a:srgbClr val="009BC6"/>
              </a:solidFill>
            </a:endParaRPr>
          </a:p>
          <a:p>
            <a:r>
              <a:rPr kumimoji="1" lang="ja-JP" altLang="en-US" sz="1000" dirty="0">
                <a:solidFill>
                  <a:srgbClr val="009BC6"/>
                </a:solidFill>
              </a:rPr>
              <a:t>・この工程の成果がたまってない。ちょっと話を聞いてみよう！</a:t>
            </a:r>
          </a:p>
          <a:p>
            <a:endParaRPr kumimoji="1" lang="ja-JP" altLang="en-US" sz="1000" dirty="0">
              <a:solidFill>
                <a:srgbClr val="009BC6"/>
              </a:solidFill>
            </a:endParaRPr>
          </a:p>
        </p:txBody>
      </p:sp>
      <p:sp>
        <p:nvSpPr>
          <p:cNvPr id="3" name="四角形: メモ 2">
            <a:extLst>
              <a:ext uri="{FF2B5EF4-FFF2-40B4-BE49-F238E27FC236}">
                <a16:creationId xmlns:a16="http://schemas.microsoft.com/office/drawing/2014/main" id="{11F8CD66-8BA8-F269-9675-542D2B352A5B}"/>
              </a:ext>
            </a:extLst>
          </p:cNvPr>
          <p:cNvSpPr/>
          <p:nvPr/>
        </p:nvSpPr>
        <p:spPr>
          <a:xfrm rot="10800000">
            <a:off x="3606829" y="3715648"/>
            <a:ext cx="221285" cy="241889"/>
          </a:xfrm>
          <a:prstGeom prst="foldedCorner">
            <a:avLst/>
          </a:prstGeom>
          <a:solidFill>
            <a:schemeClr val="bg1"/>
          </a:solidFill>
          <a:ln>
            <a:solidFill>
              <a:schemeClr val="tx2"/>
            </a:solidFill>
          </a:ln>
        </p:spPr>
        <p:style>
          <a:lnRef idx="1">
            <a:schemeClr val="accent6"/>
          </a:lnRef>
          <a:fillRef idx="2">
            <a:schemeClr val="accent6"/>
          </a:fillRef>
          <a:effectRef idx="1">
            <a:schemeClr val="accent6"/>
          </a:effectRef>
          <a:fontRef idx="minor">
            <a:schemeClr val="dk1"/>
          </a:fontRef>
        </p:style>
        <p:txBody>
          <a:bodyPr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l"/>
            <a:endParaRPr kumimoji="1" lang="ja-JP" altLang="en-US" sz="1100" dirty="0"/>
          </a:p>
        </p:txBody>
      </p:sp>
      <p:sp>
        <p:nvSpPr>
          <p:cNvPr id="14" name="テキスト ボックス 13">
            <a:extLst>
              <a:ext uri="{FF2B5EF4-FFF2-40B4-BE49-F238E27FC236}">
                <a16:creationId xmlns:a16="http://schemas.microsoft.com/office/drawing/2014/main" id="{D4FCDCE3-B417-91BD-7847-62D3D8E08B77}"/>
              </a:ext>
            </a:extLst>
          </p:cNvPr>
          <p:cNvSpPr txBox="1"/>
          <p:nvPr/>
        </p:nvSpPr>
        <p:spPr>
          <a:xfrm>
            <a:off x="5981686" y="3273134"/>
            <a:ext cx="968824" cy="246221"/>
          </a:xfrm>
          <a:prstGeom prst="rect">
            <a:avLst/>
          </a:prstGeom>
          <a:noFill/>
        </p:spPr>
        <p:txBody>
          <a:bodyPr wrap="square" rtlCol="0">
            <a:spAutoFit/>
          </a:bodyPr>
          <a:lstStyle/>
          <a:p>
            <a:r>
              <a:rPr kumimoji="1" lang="ja-JP" altLang="en-US" sz="1000" dirty="0">
                <a:solidFill>
                  <a:schemeClr val="tx2"/>
                </a:solidFill>
              </a:rPr>
              <a:t>非構造化情報</a:t>
            </a:r>
          </a:p>
        </p:txBody>
      </p:sp>
      <p:sp>
        <p:nvSpPr>
          <p:cNvPr id="15" name="テキスト ボックス 14">
            <a:extLst>
              <a:ext uri="{FF2B5EF4-FFF2-40B4-BE49-F238E27FC236}">
                <a16:creationId xmlns:a16="http://schemas.microsoft.com/office/drawing/2014/main" id="{9894F12D-B43E-195D-790B-5AF4937654BC}"/>
              </a:ext>
            </a:extLst>
          </p:cNvPr>
          <p:cNvSpPr txBox="1"/>
          <p:nvPr/>
        </p:nvSpPr>
        <p:spPr>
          <a:xfrm>
            <a:off x="7296440" y="3258712"/>
            <a:ext cx="968824" cy="246221"/>
          </a:xfrm>
          <a:prstGeom prst="rect">
            <a:avLst/>
          </a:prstGeom>
          <a:noFill/>
        </p:spPr>
        <p:txBody>
          <a:bodyPr wrap="square" rtlCol="0">
            <a:spAutoFit/>
          </a:bodyPr>
          <a:lstStyle/>
          <a:p>
            <a:r>
              <a:rPr kumimoji="1" lang="ja-JP" altLang="en-US" sz="1000" dirty="0">
                <a:solidFill>
                  <a:schemeClr val="tx2"/>
                </a:solidFill>
              </a:rPr>
              <a:t>構造化情報</a:t>
            </a:r>
          </a:p>
        </p:txBody>
      </p:sp>
      <p:sp>
        <p:nvSpPr>
          <p:cNvPr id="3257" name="正方形/長方形 3256">
            <a:extLst>
              <a:ext uri="{FF2B5EF4-FFF2-40B4-BE49-F238E27FC236}">
                <a16:creationId xmlns:a16="http://schemas.microsoft.com/office/drawing/2014/main" id="{958EF4F8-760E-3E81-3EE1-0AC759A75465}"/>
              </a:ext>
            </a:extLst>
          </p:cNvPr>
          <p:cNvSpPr/>
          <p:nvPr/>
        </p:nvSpPr>
        <p:spPr>
          <a:xfrm>
            <a:off x="2747403" y="3381057"/>
            <a:ext cx="1414327" cy="908143"/>
          </a:xfrm>
          <a:prstGeom prst="rect">
            <a:avLst/>
          </a:prstGeom>
          <a:solidFill>
            <a:schemeClr val="bg2">
              <a:alpha val="4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ja-JP" altLang="en-US" b="1" u="sng" dirty="0">
              <a:solidFill>
                <a:srgbClr val="009BC6"/>
              </a:solidFill>
            </a:endParaRPr>
          </a:p>
        </p:txBody>
      </p:sp>
    </p:spTree>
    <p:extLst>
      <p:ext uri="{BB962C8B-B14F-4D97-AF65-F5344CB8AC3E}">
        <p14:creationId xmlns:p14="http://schemas.microsoft.com/office/powerpoint/2010/main" val="38834239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8" name="テキスト プレースホルダー 2">
            <a:extLst>
              <a:ext uri="{FF2B5EF4-FFF2-40B4-BE49-F238E27FC236}">
                <a16:creationId xmlns:a16="http://schemas.microsoft.com/office/drawing/2014/main" id="{50A45719-57BC-545A-4B5F-BCDBA9BDDCEA}"/>
              </a:ext>
            </a:extLst>
          </p:cNvPr>
          <p:cNvSpPr>
            <a:spLocks noGrp="1"/>
          </p:cNvSpPr>
          <p:nvPr>
            <p:ph type="body" sz="quarter" idx="10"/>
          </p:nvPr>
        </p:nvSpPr>
        <p:spPr>
          <a:xfrm>
            <a:off x="3" y="717867"/>
            <a:ext cx="12203112" cy="5363330"/>
          </a:xfrm>
        </p:spPr>
        <p:txBody>
          <a:bodyPr>
            <a:normAutofit/>
          </a:bodyPr>
          <a:lstStyle/>
          <a:p>
            <a:pPr marL="719094" indent="0">
              <a:buNone/>
            </a:pPr>
            <a:r>
              <a:rPr lang="ja-JP" altLang="en-US" sz="1800" dirty="0"/>
              <a:t>開発の中で普通に行われている「整理」や「説明」や「分析」の道具としてシステムを利用する中で</a:t>
            </a:r>
            <a:r>
              <a:rPr lang="ja-JP" altLang="en-US" sz="1800" b="1" dirty="0"/>
              <a:t>自然と構造化が進む</a:t>
            </a:r>
            <a:r>
              <a:rPr lang="ja-JP" altLang="en-US" sz="1800" dirty="0"/>
              <a:t>。</a:t>
            </a:r>
            <a:br>
              <a:rPr lang="en-US" altLang="ja-JP" sz="1800" dirty="0"/>
            </a:br>
            <a:r>
              <a:rPr lang="ja-JP" altLang="en-US" sz="1800" dirty="0"/>
              <a:t>そして、構造化のプロセスを踏む中で、</a:t>
            </a:r>
            <a:r>
              <a:rPr lang="ja-JP" altLang="en-US" sz="1800" b="1" dirty="0"/>
              <a:t>設計情報と人・組織が一体となって成長</a:t>
            </a:r>
            <a:r>
              <a:rPr lang="ja-JP" altLang="en-US" sz="1800" dirty="0"/>
              <a:t>していく。</a:t>
            </a:r>
            <a:endParaRPr lang="en-US" altLang="ja-JP" sz="1800" dirty="0"/>
          </a:p>
        </p:txBody>
      </p:sp>
      <p:sp>
        <p:nvSpPr>
          <p:cNvPr id="3100" name="正方形/長方形 3099">
            <a:extLst>
              <a:ext uri="{FF2B5EF4-FFF2-40B4-BE49-F238E27FC236}">
                <a16:creationId xmlns:a16="http://schemas.microsoft.com/office/drawing/2014/main" id="{20C9F6F5-D521-9D8A-DC05-D2E0C58FE4B3}"/>
              </a:ext>
            </a:extLst>
          </p:cNvPr>
          <p:cNvSpPr/>
          <p:nvPr/>
        </p:nvSpPr>
        <p:spPr>
          <a:xfrm>
            <a:off x="2056009" y="1456219"/>
            <a:ext cx="6776798" cy="4644084"/>
          </a:xfrm>
          <a:prstGeom prst="rect">
            <a:avLst/>
          </a:prstGeom>
          <a:solidFill>
            <a:srgbClr val="009BC6">
              <a:alpha val="5000"/>
            </a:srgbClr>
          </a:solidFill>
          <a:ln w="19050">
            <a:solidFill>
              <a:srgbClr val="009BC6">
                <a:alpha val="5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ja-JP" altLang="en-US" b="1" u="sng" dirty="0">
                <a:solidFill>
                  <a:srgbClr val="009BC6"/>
                </a:solidFill>
              </a:rPr>
              <a:t>軽量デジタル化システム</a:t>
            </a:r>
          </a:p>
        </p:txBody>
      </p:sp>
      <p:sp>
        <p:nvSpPr>
          <p:cNvPr id="17" name="正方形/長方形 16">
            <a:extLst>
              <a:ext uri="{FF2B5EF4-FFF2-40B4-BE49-F238E27FC236}">
                <a16:creationId xmlns:a16="http://schemas.microsoft.com/office/drawing/2014/main" id="{53E54864-1D03-1E5D-0A8A-92F19A4A627A}"/>
              </a:ext>
            </a:extLst>
          </p:cNvPr>
          <p:cNvSpPr/>
          <p:nvPr/>
        </p:nvSpPr>
        <p:spPr>
          <a:xfrm>
            <a:off x="2727205" y="1831286"/>
            <a:ext cx="1414327" cy="645220"/>
          </a:xfrm>
          <a:prstGeom prst="rect">
            <a:avLst/>
          </a:prstGeom>
          <a:solidFill>
            <a:schemeClr val="bg1"/>
          </a:solidFill>
          <a:ln w="1905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kumimoji="1" lang="ja-JP" altLang="en-US" sz="1050" dirty="0">
              <a:solidFill>
                <a:srgbClr val="334553"/>
              </a:solidFill>
            </a:endParaRPr>
          </a:p>
        </p:txBody>
      </p:sp>
      <p:sp>
        <p:nvSpPr>
          <p:cNvPr id="3174" name="正方形/長方形 3173">
            <a:extLst>
              <a:ext uri="{FF2B5EF4-FFF2-40B4-BE49-F238E27FC236}">
                <a16:creationId xmlns:a16="http://schemas.microsoft.com/office/drawing/2014/main" id="{1B0C16B4-5D90-B5C7-E521-25247A67405D}"/>
              </a:ext>
            </a:extLst>
          </p:cNvPr>
          <p:cNvSpPr/>
          <p:nvPr/>
        </p:nvSpPr>
        <p:spPr>
          <a:xfrm>
            <a:off x="2743674" y="3706957"/>
            <a:ext cx="1426182" cy="401291"/>
          </a:xfrm>
          <a:prstGeom prst="rect">
            <a:avLst/>
          </a:prstGeom>
          <a:solidFill>
            <a:schemeClr val="bg1"/>
          </a:solidFill>
          <a:ln w="1905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kumimoji="1" lang="ja-JP" altLang="en-US" sz="1050" dirty="0">
              <a:solidFill>
                <a:srgbClr val="334553"/>
              </a:solidFill>
            </a:endParaRPr>
          </a:p>
        </p:txBody>
      </p:sp>
      <p:sp>
        <p:nvSpPr>
          <p:cNvPr id="3182" name="正方形/長方形 3181">
            <a:extLst>
              <a:ext uri="{FF2B5EF4-FFF2-40B4-BE49-F238E27FC236}">
                <a16:creationId xmlns:a16="http://schemas.microsoft.com/office/drawing/2014/main" id="{ADF06D3A-69D3-23BD-8F59-B508F35D4843}"/>
              </a:ext>
            </a:extLst>
          </p:cNvPr>
          <p:cNvSpPr/>
          <p:nvPr/>
        </p:nvSpPr>
        <p:spPr>
          <a:xfrm>
            <a:off x="2735489" y="2649119"/>
            <a:ext cx="1426182" cy="645222"/>
          </a:xfrm>
          <a:prstGeom prst="rect">
            <a:avLst/>
          </a:prstGeom>
          <a:solidFill>
            <a:schemeClr val="bg1"/>
          </a:solidFill>
          <a:ln w="1905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kumimoji="1" lang="ja-JP" altLang="en-US" sz="1050" dirty="0">
              <a:solidFill>
                <a:srgbClr val="334553"/>
              </a:solidFill>
            </a:endParaRPr>
          </a:p>
        </p:txBody>
      </p:sp>
      <p:sp>
        <p:nvSpPr>
          <p:cNvPr id="54" name="円柱 53">
            <a:extLst>
              <a:ext uri="{FF2B5EF4-FFF2-40B4-BE49-F238E27FC236}">
                <a16:creationId xmlns:a16="http://schemas.microsoft.com/office/drawing/2014/main" id="{A5C02509-C730-4503-2DD0-8E06A525DD17}"/>
              </a:ext>
            </a:extLst>
          </p:cNvPr>
          <p:cNvSpPr/>
          <p:nvPr/>
        </p:nvSpPr>
        <p:spPr>
          <a:xfrm>
            <a:off x="5798335" y="2733448"/>
            <a:ext cx="2670282" cy="2277016"/>
          </a:xfrm>
          <a:prstGeom prst="can">
            <a:avLst>
              <a:gd name="adj" fmla="val 27047"/>
            </a:avLst>
          </a:prstGeom>
          <a:solidFill>
            <a:schemeClr val="bg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kumimoji="1" lang="ja-JP" altLang="en-US" dirty="0">
              <a:solidFill>
                <a:srgbClr val="009BC6"/>
              </a:solidFill>
            </a:endParaRPr>
          </a:p>
        </p:txBody>
      </p:sp>
      <p:sp>
        <p:nvSpPr>
          <p:cNvPr id="2" name="タイトル 1">
            <a:extLst>
              <a:ext uri="{FF2B5EF4-FFF2-40B4-BE49-F238E27FC236}">
                <a16:creationId xmlns:a16="http://schemas.microsoft.com/office/drawing/2014/main" id="{71F877FB-3B9C-A3CA-745E-527E02D2D3E9}"/>
              </a:ext>
            </a:extLst>
          </p:cNvPr>
          <p:cNvSpPr>
            <a:spLocks noGrp="1"/>
          </p:cNvSpPr>
          <p:nvPr>
            <p:ph type="title"/>
          </p:nvPr>
        </p:nvSpPr>
        <p:spPr/>
        <p:txBody>
          <a:bodyPr>
            <a:noAutofit/>
          </a:bodyPr>
          <a:lstStyle/>
          <a:p>
            <a:r>
              <a:rPr lang="ja-JP" altLang="en-US" sz="2300" dirty="0"/>
              <a:t> 軽量デジタル化システム </a:t>
            </a:r>
            <a:r>
              <a:rPr lang="en-US" altLang="ja-JP" sz="2300" dirty="0"/>
              <a:t>Stage 2.0</a:t>
            </a:r>
            <a:endParaRPr kumimoji="1" lang="ja-JP" altLang="en-US" sz="2300" dirty="0"/>
          </a:p>
        </p:txBody>
      </p:sp>
      <p:sp>
        <p:nvSpPr>
          <p:cNvPr id="4" name="スライド番号プレースホルダー 3">
            <a:extLst>
              <a:ext uri="{FF2B5EF4-FFF2-40B4-BE49-F238E27FC236}">
                <a16:creationId xmlns:a16="http://schemas.microsoft.com/office/drawing/2014/main" id="{7999CF97-61DA-155F-23D1-66C7019E616F}"/>
              </a:ext>
            </a:extLst>
          </p:cNvPr>
          <p:cNvSpPr>
            <a:spLocks noGrp="1"/>
          </p:cNvSpPr>
          <p:nvPr>
            <p:ph type="sldNum" sz="quarter" idx="11"/>
          </p:nvPr>
        </p:nvSpPr>
        <p:spPr/>
        <p:txBody>
          <a:bodyPr/>
          <a:lstStyle/>
          <a:p>
            <a:fld id="{80F554CA-2BEA-3E4B-997B-FC51848F792A}" type="slidenum">
              <a:rPr lang="ja-JP" altLang="en-US" smtClean="0"/>
              <a:pPr/>
              <a:t>14</a:t>
            </a:fld>
            <a:r>
              <a:rPr lang="en-US" altLang="ja-JP" dirty="0">
                <a:ea typeface="Verdana" panose="020B0604030504040204" pitchFamily="34" charset="0"/>
              </a:rPr>
              <a:t> </a:t>
            </a:r>
            <a:endParaRPr lang="ja-JP" altLang="en-US" dirty="0"/>
          </a:p>
        </p:txBody>
      </p:sp>
      <p:pic>
        <p:nvPicPr>
          <p:cNvPr id="3085" name="コネクタ: カギ線 127">
            <a:extLst>
              <a:ext uri="{FF2B5EF4-FFF2-40B4-BE49-F238E27FC236}">
                <a16:creationId xmlns:a16="http://schemas.microsoft.com/office/drawing/2014/main" id="{A3FA3FD5-32C5-8B3A-F031-0191A8AEE7AF}"/>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5625" y="39688"/>
            <a:ext cx="65088" cy="328612"/>
          </a:xfrm>
          <a:prstGeom prst="rect">
            <a:avLst/>
          </a:prstGeom>
          <a:noFill/>
          <a:extLst>
            <a:ext uri="{909E8E84-426E-40DD-AFC4-6F175D3DCCD1}">
              <a14:hiddenFill xmlns:a14="http://schemas.microsoft.com/office/drawing/2010/main">
                <a:solidFill>
                  <a:srgbClr val="FFFFFF"/>
                </a:solidFill>
              </a14:hiddenFill>
            </a:ext>
          </a:extLst>
        </p:spPr>
      </p:pic>
      <p:sp>
        <p:nvSpPr>
          <p:cNvPr id="6" name="フッター プレースホルダー 4">
            <a:extLst>
              <a:ext uri="{FF2B5EF4-FFF2-40B4-BE49-F238E27FC236}">
                <a16:creationId xmlns:a16="http://schemas.microsoft.com/office/drawing/2014/main" id="{BBF31991-79F6-C7EC-B58A-77CFA3037B09}"/>
              </a:ext>
            </a:extLst>
          </p:cNvPr>
          <p:cNvSpPr>
            <a:spLocks noGrp="1"/>
          </p:cNvSpPr>
          <p:nvPr>
            <p:ph type="ftr" sz="quarter" idx="3"/>
          </p:nvPr>
        </p:nvSpPr>
        <p:spPr>
          <a:xfrm>
            <a:off x="1821991" y="6362236"/>
            <a:ext cx="6338841" cy="365463"/>
          </a:xfrm>
        </p:spPr>
        <p:txBody>
          <a:bodyPr/>
          <a:lstStyle/>
          <a:p>
            <a:r>
              <a:rPr lang="ja-JP" altLang="en-US" sz="1000" dirty="0"/>
              <a:t>設計成果デジタル化の軽量運用企画</a:t>
            </a:r>
            <a:r>
              <a:rPr lang="ja-JP" altLang="en-US" dirty="0"/>
              <a:t>　／　株式会社デンソークリエイト</a:t>
            </a:r>
            <a:endParaRPr lang="en-US" altLang="ja-JP" dirty="0"/>
          </a:p>
          <a:p>
            <a:r>
              <a:rPr lang="en-US" altLang="ja-JP" sz="1050" dirty="0"/>
              <a:t>@ DENSO CREATE INC. ALL RIGHTS RESERVED</a:t>
            </a:r>
            <a:endParaRPr lang="ja-JP" altLang="en-US" sz="1050" dirty="0"/>
          </a:p>
        </p:txBody>
      </p:sp>
      <p:sp>
        <p:nvSpPr>
          <p:cNvPr id="16" name="正方形/長方形 15">
            <a:extLst>
              <a:ext uri="{FF2B5EF4-FFF2-40B4-BE49-F238E27FC236}">
                <a16:creationId xmlns:a16="http://schemas.microsoft.com/office/drawing/2014/main" id="{4EB7C3C2-5743-B4CE-4C3F-E560DA8B76CF}"/>
              </a:ext>
            </a:extLst>
          </p:cNvPr>
          <p:cNvSpPr/>
          <p:nvPr/>
        </p:nvSpPr>
        <p:spPr>
          <a:xfrm>
            <a:off x="2727204" y="1830860"/>
            <a:ext cx="1414327" cy="256626"/>
          </a:xfrm>
          <a:prstGeom prst="rect">
            <a:avLst/>
          </a:prstGeom>
          <a:solidFill>
            <a:schemeClr val="accent3">
              <a:lumMod val="20000"/>
              <a:lumOff val="80000"/>
            </a:schemeClr>
          </a:solidFill>
          <a:ln w="1905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1100" b="1" dirty="0">
                <a:solidFill>
                  <a:schemeClr val="bg2">
                    <a:lumMod val="50000"/>
                  </a:schemeClr>
                </a:solidFill>
              </a:rPr>
              <a:t>登録ツール</a:t>
            </a:r>
            <a:endParaRPr kumimoji="1" lang="ja-JP" altLang="en-US" sz="1100" b="1" dirty="0">
              <a:solidFill>
                <a:schemeClr val="bg2">
                  <a:lumMod val="50000"/>
                </a:schemeClr>
              </a:solidFill>
            </a:endParaRPr>
          </a:p>
          <a:p>
            <a:pPr algn="ctr"/>
            <a:endParaRPr lang="ja-JP" altLang="en-US" sz="1100" b="1" dirty="0">
              <a:solidFill>
                <a:schemeClr val="bg2">
                  <a:lumMod val="50000"/>
                </a:schemeClr>
              </a:solidFill>
            </a:endParaRPr>
          </a:p>
        </p:txBody>
      </p:sp>
      <p:sp>
        <p:nvSpPr>
          <p:cNvPr id="61" name="テキスト ボックス 60">
            <a:extLst>
              <a:ext uri="{FF2B5EF4-FFF2-40B4-BE49-F238E27FC236}">
                <a16:creationId xmlns:a16="http://schemas.microsoft.com/office/drawing/2014/main" id="{F17B20F2-2770-9C51-F3E5-8EA417FE1249}"/>
              </a:ext>
            </a:extLst>
          </p:cNvPr>
          <p:cNvSpPr txBox="1"/>
          <p:nvPr/>
        </p:nvSpPr>
        <p:spPr>
          <a:xfrm>
            <a:off x="6072175" y="2739970"/>
            <a:ext cx="2289672" cy="560111"/>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algn="ctr">
              <a:defRPr>
                <a:solidFill>
                  <a:srgbClr val="009BC6"/>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ja-JP" altLang="en-US" dirty="0">
                <a:solidFill>
                  <a:schemeClr val="tx2"/>
                </a:solidFill>
              </a:rPr>
              <a:t>データベース</a:t>
            </a:r>
            <a:endParaRPr lang="en-US" altLang="ja-JP" dirty="0">
              <a:solidFill>
                <a:schemeClr val="tx2"/>
              </a:solidFill>
            </a:endParaRPr>
          </a:p>
          <a:p>
            <a:r>
              <a:rPr lang="en-US" altLang="ja-JP" dirty="0">
                <a:solidFill>
                  <a:schemeClr val="tx2"/>
                </a:solidFill>
              </a:rPr>
              <a:t>(Next Design)</a:t>
            </a:r>
            <a:endParaRPr lang="ja-JP" altLang="en-US" dirty="0">
              <a:solidFill>
                <a:schemeClr val="tx2"/>
              </a:solidFill>
            </a:endParaRPr>
          </a:p>
        </p:txBody>
      </p:sp>
      <p:sp>
        <p:nvSpPr>
          <p:cNvPr id="3173" name="正方形/長方形 3172">
            <a:extLst>
              <a:ext uri="{FF2B5EF4-FFF2-40B4-BE49-F238E27FC236}">
                <a16:creationId xmlns:a16="http://schemas.microsoft.com/office/drawing/2014/main" id="{1F482613-233A-7271-CA84-9E0376A90A8B}"/>
              </a:ext>
            </a:extLst>
          </p:cNvPr>
          <p:cNvSpPr/>
          <p:nvPr/>
        </p:nvSpPr>
        <p:spPr>
          <a:xfrm>
            <a:off x="2743674" y="3465790"/>
            <a:ext cx="1426182" cy="256626"/>
          </a:xfrm>
          <a:prstGeom prst="rect">
            <a:avLst/>
          </a:prstGeom>
          <a:solidFill>
            <a:schemeClr val="accent3">
              <a:lumMod val="20000"/>
              <a:lumOff val="80000"/>
            </a:schemeClr>
          </a:solidFill>
          <a:ln w="1905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1100" b="1" dirty="0">
                <a:solidFill>
                  <a:schemeClr val="bg2">
                    <a:lumMod val="50000"/>
                  </a:schemeClr>
                </a:solidFill>
              </a:rPr>
              <a:t>レポートツール</a:t>
            </a:r>
          </a:p>
        </p:txBody>
      </p:sp>
      <p:sp>
        <p:nvSpPr>
          <p:cNvPr id="3181" name="正方形/長方形 3180">
            <a:extLst>
              <a:ext uri="{FF2B5EF4-FFF2-40B4-BE49-F238E27FC236}">
                <a16:creationId xmlns:a16="http://schemas.microsoft.com/office/drawing/2014/main" id="{1BD9BF38-F356-0AF5-BB22-489FDE9825DA}"/>
              </a:ext>
            </a:extLst>
          </p:cNvPr>
          <p:cNvSpPr/>
          <p:nvPr/>
        </p:nvSpPr>
        <p:spPr>
          <a:xfrm>
            <a:off x="2735489" y="2648694"/>
            <a:ext cx="1426182" cy="256626"/>
          </a:xfrm>
          <a:prstGeom prst="rect">
            <a:avLst/>
          </a:prstGeom>
          <a:solidFill>
            <a:schemeClr val="accent3">
              <a:lumMod val="20000"/>
              <a:lumOff val="80000"/>
            </a:schemeClr>
          </a:solidFill>
          <a:ln w="1905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1100" b="1" dirty="0">
                <a:solidFill>
                  <a:schemeClr val="bg2">
                    <a:lumMod val="50000"/>
                  </a:schemeClr>
                </a:solidFill>
              </a:rPr>
              <a:t>紐づけツール</a:t>
            </a:r>
          </a:p>
        </p:txBody>
      </p:sp>
      <p:pic>
        <p:nvPicPr>
          <p:cNvPr id="3084" name="グラフィックス 9" descr="プログラマー男性 単色塗りつぶし">
            <a:extLst>
              <a:ext uri="{FF2B5EF4-FFF2-40B4-BE49-F238E27FC236}">
                <a16:creationId xmlns:a16="http://schemas.microsoft.com/office/drawing/2014/main" id="{A2C872D0-DB75-6796-0ECA-0C30B69D662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3775" y="3931588"/>
            <a:ext cx="590764" cy="638115"/>
          </a:xfrm>
          <a:prstGeom prst="rect">
            <a:avLst/>
          </a:prstGeom>
        </p:spPr>
      </p:pic>
      <p:pic>
        <p:nvPicPr>
          <p:cNvPr id="3088" name="グラフィックス 9" descr="プログラマー男性 単色塗りつぶし">
            <a:extLst>
              <a:ext uri="{FF2B5EF4-FFF2-40B4-BE49-F238E27FC236}">
                <a16:creationId xmlns:a16="http://schemas.microsoft.com/office/drawing/2014/main" id="{D1BE7C30-90C9-10C7-70E6-04E6DA715DC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75132" y="3924616"/>
            <a:ext cx="590764" cy="638115"/>
          </a:xfrm>
          <a:prstGeom prst="rect">
            <a:avLst/>
          </a:prstGeom>
        </p:spPr>
      </p:pic>
      <p:grpSp>
        <p:nvGrpSpPr>
          <p:cNvPr id="3124" name="グループ化 3123">
            <a:extLst>
              <a:ext uri="{FF2B5EF4-FFF2-40B4-BE49-F238E27FC236}">
                <a16:creationId xmlns:a16="http://schemas.microsoft.com/office/drawing/2014/main" id="{50D9F32B-B6F7-4871-A5EF-C327397B89F4}"/>
              </a:ext>
            </a:extLst>
          </p:cNvPr>
          <p:cNvGrpSpPr/>
          <p:nvPr/>
        </p:nvGrpSpPr>
        <p:grpSpPr>
          <a:xfrm>
            <a:off x="247188" y="3219584"/>
            <a:ext cx="836656" cy="844446"/>
            <a:chOff x="0" y="0"/>
            <a:chExt cx="827816" cy="831111"/>
          </a:xfrm>
        </p:grpSpPr>
        <p:pic>
          <p:nvPicPr>
            <p:cNvPr id="3125" name="グラフィックス 2" descr="オフィス ワーカー (男性) 単色塗りつぶし">
              <a:extLst>
                <a:ext uri="{FF2B5EF4-FFF2-40B4-BE49-F238E27FC236}">
                  <a16:creationId xmlns:a16="http://schemas.microsoft.com/office/drawing/2014/main" id="{6FA09AA7-86A1-42C2-8750-4A2E632D33B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1274" y="0"/>
              <a:ext cx="664296" cy="642841"/>
            </a:xfrm>
            <a:prstGeom prst="rect">
              <a:avLst/>
            </a:prstGeom>
          </p:spPr>
        </p:pic>
        <p:sp>
          <p:nvSpPr>
            <p:cNvPr id="3126" name="テキスト ボックス 3">
              <a:extLst>
                <a:ext uri="{FF2B5EF4-FFF2-40B4-BE49-F238E27FC236}">
                  <a16:creationId xmlns:a16="http://schemas.microsoft.com/office/drawing/2014/main" id="{91C38264-F1CD-DC04-0441-C91E265E1E27}"/>
                </a:ext>
              </a:extLst>
            </p:cNvPr>
            <p:cNvSpPr txBox="1"/>
            <p:nvPr/>
          </p:nvSpPr>
          <p:spPr>
            <a:xfrm>
              <a:off x="0" y="642047"/>
              <a:ext cx="827816" cy="189064"/>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endParaRPr kumimoji="1" lang="ja-JP" altLang="en-US" sz="1100" dirty="0"/>
            </a:p>
          </p:txBody>
        </p:sp>
      </p:grpSp>
      <p:sp>
        <p:nvSpPr>
          <p:cNvPr id="11" name="円柱 10">
            <a:extLst>
              <a:ext uri="{FF2B5EF4-FFF2-40B4-BE49-F238E27FC236}">
                <a16:creationId xmlns:a16="http://schemas.microsoft.com/office/drawing/2014/main" id="{F95806AF-1428-F819-5E47-75FE668D3513}"/>
              </a:ext>
            </a:extLst>
          </p:cNvPr>
          <p:cNvSpPr/>
          <p:nvPr/>
        </p:nvSpPr>
        <p:spPr>
          <a:xfrm>
            <a:off x="7042492" y="3454691"/>
            <a:ext cx="1275431" cy="1266824"/>
          </a:xfrm>
          <a:prstGeom prst="can">
            <a:avLst>
              <a:gd name="adj" fmla="val 14392"/>
            </a:avLst>
          </a:prstGeom>
          <a:solidFill>
            <a:schemeClr val="accent2">
              <a:lumMod val="20000"/>
              <a:lumOff val="80000"/>
            </a:schemeClr>
          </a:solidFill>
          <a:ln w="19050">
            <a:solidFill>
              <a:schemeClr val="accent2">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kumimoji="1" lang="ja-JP" altLang="en-US" dirty="0"/>
          </a:p>
        </p:txBody>
      </p:sp>
      <p:sp>
        <p:nvSpPr>
          <p:cNvPr id="10" name="円柱 9">
            <a:extLst>
              <a:ext uri="{FF2B5EF4-FFF2-40B4-BE49-F238E27FC236}">
                <a16:creationId xmlns:a16="http://schemas.microsoft.com/office/drawing/2014/main" id="{EEA11079-C0B6-E867-AAC3-94E67D15A9B2}"/>
              </a:ext>
            </a:extLst>
          </p:cNvPr>
          <p:cNvSpPr/>
          <p:nvPr/>
        </p:nvSpPr>
        <p:spPr>
          <a:xfrm>
            <a:off x="6001059" y="3454691"/>
            <a:ext cx="871508" cy="1266824"/>
          </a:xfrm>
          <a:prstGeom prst="can">
            <a:avLst>
              <a:gd name="adj" fmla="val 21658"/>
            </a:avLst>
          </a:prstGeom>
          <a:solidFill>
            <a:schemeClr val="bg1">
              <a:lumMod val="95000"/>
            </a:schemeClr>
          </a:solidFill>
          <a:ln w="19050">
            <a:solidFill>
              <a:schemeClr val="tx1">
                <a:lumMod val="50000"/>
                <a:lumOff val="50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kumimoji="1" lang="ja-JP" altLang="en-US" dirty="0"/>
          </a:p>
        </p:txBody>
      </p:sp>
      <p:sp>
        <p:nvSpPr>
          <p:cNvPr id="44" name="矢印: 五方向 43">
            <a:extLst>
              <a:ext uri="{FF2B5EF4-FFF2-40B4-BE49-F238E27FC236}">
                <a16:creationId xmlns:a16="http://schemas.microsoft.com/office/drawing/2014/main" id="{1BD79A67-AFEC-E59B-54FF-C1428A1B625A}"/>
              </a:ext>
            </a:extLst>
          </p:cNvPr>
          <p:cNvSpPr/>
          <p:nvPr/>
        </p:nvSpPr>
        <p:spPr>
          <a:xfrm rot="13502378">
            <a:off x="6347632" y="3754047"/>
            <a:ext cx="133466" cy="72000"/>
          </a:xfrm>
          <a:prstGeom prst="homePlate">
            <a:avLst/>
          </a:prstGeom>
          <a:solidFill>
            <a:schemeClr val="accent4">
              <a:lumMod val="60000"/>
              <a:lumOff val="40000"/>
            </a:schemeClr>
          </a:solidFill>
          <a:ln>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四角形: メモ 20">
            <a:extLst>
              <a:ext uri="{FF2B5EF4-FFF2-40B4-BE49-F238E27FC236}">
                <a16:creationId xmlns:a16="http://schemas.microsoft.com/office/drawing/2014/main" id="{F0F89B09-AEBD-66F8-54B1-B45D41FA459A}"/>
              </a:ext>
            </a:extLst>
          </p:cNvPr>
          <p:cNvSpPr/>
          <p:nvPr/>
        </p:nvSpPr>
        <p:spPr>
          <a:xfrm rot="10800000">
            <a:off x="6095783" y="3732629"/>
            <a:ext cx="221284" cy="241888"/>
          </a:xfrm>
          <a:prstGeom prst="foldedCorner">
            <a:avLst/>
          </a:prstGeom>
          <a:solidFill>
            <a:schemeClr val="bg1"/>
          </a:solidFill>
          <a:ln>
            <a:solidFill>
              <a:schemeClr val="tx2"/>
            </a:solidFill>
          </a:ln>
        </p:spPr>
        <p:style>
          <a:lnRef idx="1">
            <a:schemeClr val="accent6"/>
          </a:lnRef>
          <a:fillRef idx="2">
            <a:schemeClr val="accent6"/>
          </a:fillRef>
          <a:effectRef idx="1">
            <a:schemeClr val="accent6"/>
          </a:effectRef>
          <a:fontRef idx="minor">
            <a:schemeClr val="dk1"/>
          </a:fontRef>
        </p:style>
        <p:txBody>
          <a:bodyPr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l"/>
            <a:endParaRPr kumimoji="1" lang="ja-JP" altLang="en-US" sz="1100" dirty="0"/>
          </a:p>
        </p:txBody>
      </p:sp>
      <p:sp>
        <p:nvSpPr>
          <p:cNvPr id="22" name="四角形: メモ 21">
            <a:extLst>
              <a:ext uri="{FF2B5EF4-FFF2-40B4-BE49-F238E27FC236}">
                <a16:creationId xmlns:a16="http://schemas.microsoft.com/office/drawing/2014/main" id="{25417780-5467-9D84-6F3D-89F58D18ABAF}"/>
              </a:ext>
            </a:extLst>
          </p:cNvPr>
          <p:cNvSpPr/>
          <p:nvPr/>
        </p:nvSpPr>
        <p:spPr>
          <a:xfrm rot="10800000">
            <a:off x="6095783" y="4031668"/>
            <a:ext cx="221285" cy="241889"/>
          </a:xfrm>
          <a:prstGeom prst="foldedCorner">
            <a:avLst/>
          </a:prstGeom>
          <a:solidFill>
            <a:schemeClr val="bg1"/>
          </a:solidFill>
          <a:ln>
            <a:solidFill>
              <a:schemeClr val="tx2"/>
            </a:solidFill>
          </a:ln>
        </p:spPr>
        <p:style>
          <a:lnRef idx="1">
            <a:schemeClr val="accent6"/>
          </a:lnRef>
          <a:fillRef idx="2">
            <a:schemeClr val="accent6"/>
          </a:fillRef>
          <a:effectRef idx="1">
            <a:schemeClr val="accent6"/>
          </a:effectRef>
          <a:fontRef idx="minor">
            <a:schemeClr val="dk1"/>
          </a:fontRef>
        </p:style>
        <p:txBody>
          <a:bodyPr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l"/>
            <a:endParaRPr kumimoji="1" lang="ja-JP" altLang="en-US" sz="1100" dirty="0"/>
          </a:p>
        </p:txBody>
      </p:sp>
      <p:sp>
        <p:nvSpPr>
          <p:cNvPr id="23" name="矢印: 五方向 22">
            <a:extLst>
              <a:ext uri="{FF2B5EF4-FFF2-40B4-BE49-F238E27FC236}">
                <a16:creationId xmlns:a16="http://schemas.microsoft.com/office/drawing/2014/main" id="{1B792EE0-D49A-D34E-9F9C-64712B823985}"/>
              </a:ext>
            </a:extLst>
          </p:cNvPr>
          <p:cNvSpPr/>
          <p:nvPr/>
        </p:nvSpPr>
        <p:spPr>
          <a:xfrm rot="13502378">
            <a:off x="6340011" y="4050301"/>
            <a:ext cx="133466" cy="72000"/>
          </a:xfrm>
          <a:prstGeom prst="homePlate">
            <a:avLst/>
          </a:prstGeom>
          <a:solidFill>
            <a:schemeClr val="accent4">
              <a:lumMod val="60000"/>
              <a:lumOff val="40000"/>
            </a:schemeClr>
          </a:solidFill>
          <a:ln>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矢印: 五方向 25">
            <a:extLst>
              <a:ext uri="{FF2B5EF4-FFF2-40B4-BE49-F238E27FC236}">
                <a16:creationId xmlns:a16="http://schemas.microsoft.com/office/drawing/2014/main" id="{72D2EC6F-23E8-7FAB-C14F-B69F918764FA}"/>
              </a:ext>
            </a:extLst>
          </p:cNvPr>
          <p:cNvSpPr/>
          <p:nvPr/>
        </p:nvSpPr>
        <p:spPr>
          <a:xfrm rot="13502378">
            <a:off x="6475972" y="4043299"/>
            <a:ext cx="133466" cy="72000"/>
          </a:xfrm>
          <a:prstGeom prst="homePlate">
            <a:avLst/>
          </a:prstGeom>
          <a:solidFill>
            <a:schemeClr val="accent4">
              <a:lumMod val="60000"/>
              <a:lumOff val="40000"/>
            </a:schemeClr>
          </a:solidFill>
          <a:ln>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正方形/長方形 28">
            <a:extLst>
              <a:ext uri="{FF2B5EF4-FFF2-40B4-BE49-F238E27FC236}">
                <a16:creationId xmlns:a16="http://schemas.microsoft.com/office/drawing/2014/main" id="{36436275-2FDA-EC26-9C6E-E4A074222447}"/>
              </a:ext>
            </a:extLst>
          </p:cNvPr>
          <p:cNvSpPr/>
          <p:nvPr/>
        </p:nvSpPr>
        <p:spPr>
          <a:xfrm>
            <a:off x="7770623" y="4353818"/>
            <a:ext cx="144000" cy="108000"/>
          </a:xfrm>
          <a:prstGeom prst="rect">
            <a:avLst/>
          </a:prstGeom>
          <a:solidFill>
            <a:schemeClr val="accent1">
              <a:lumMod val="40000"/>
              <a:lumOff val="6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正方形/長方形 29">
            <a:extLst>
              <a:ext uri="{FF2B5EF4-FFF2-40B4-BE49-F238E27FC236}">
                <a16:creationId xmlns:a16="http://schemas.microsoft.com/office/drawing/2014/main" id="{255C7459-552E-E70B-1807-2F1AD4E7C80F}"/>
              </a:ext>
            </a:extLst>
          </p:cNvPr>
          <p:cNvSpPr/>
          <p:nvPr/>
        </p:nvSpPr>
        <p:spPr>
          <a:xfrm>
            <a:off x="8077586" y="4214390"/>
            <a:ext cx="144000" cy="108000"/>
          </a:xfrm>
          <a:prstGeom prst="rect">
            <a:avLst/>
          </a:prstGeom>
          <a:solidFill>
            <a:schemeClr val="accent1">
              <a:lumMod val="40000"/>
              <a:lumOff val="6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正方形/長方形 30">
            <a:extLst>
              <a:ext uri="{FF2B5EF4-FFF2-40B4-BE49-F238E27FC236}">
                <a16:creationId xmlns:a16="http://schemas.microsoft.com/office/drawing/2014/main" id="{39A9D7E2-0318-5744-F2AC-581275E49C99}"/>
              </a:ext>
            </a:extLst>
          </p:cNvPr>
          <p:cNvSpPr/>
          <p:nvPr/>
        </p:nvSpPr>
        <p:spPr>
          <a:xfrm>
            <a:off x="8013942" y="4517767"/>
            <a:ext cx="144000" cy="108000"/>
          </a:xfrm>
          <a:prstGeom prst="rect">
            <a:avLst/>
          </a:prstGeom>
          <a:solidFill>
            <a:schemeClr val="accent1">
              <a:lumMod val="40000"/>
              <a:lumOff val="6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2" name="コネクタ: カギ線 31">
            <a:extLst>
              <a:ext uri="{FF2B5EF4-FFF2-40B4-BE49-F238E27FC236}">
                <a16:creationId xmlns:a16="http://schemas.microsoft.com/office/drawing/2014/main" id="{FBA4F721-0120-BE6D-D281-7AC6D4A8E88B}"/>
              </a:ext>
            </a:extLst>
          </p:cNvPr>
          <p:cNvCxnSpPr>
            <a:cxnSpLocks/>
            <a:stCxn id="29" idx="3"/>
            <a:endCxn id="30" idx="1"/>
          </p:cNvCxnSpPr>
          <p:nvPr/>
        </p:nvCxnSpPr>
        <p:spPr>
          <a:xfrm flipV="1">
            <a:off x="7914623" y="4268390"/>
            <a:ext cx="162963" cy="139428"/>
          </a:xfrm>
          <a:prstGeom prst="bentConnector3">
            <a:avLst>
              <a:gd name="adj1" fmla="val 32466"/>
            </a:avLst>
          </a:prstGeom>
          <a:ln>
            <a:solidFill>
              <a:schemeClr val="accent1"/>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33" name="コネクタ: カギ線 32">
            <a:extLst>
              <a:ext uri="{FF2B5EF4-FFF2-40B4-BE49-F238E27FC236}">
                <a16:creationId xmlns:a16="http://schemas.microsoft.com/office/drawing/2014/main" id="{48EBA502-AC83-B504-7F5A-DF948AB54234}"/>
              </a:ext>
            </a:extLst>
          </p:cNvPr>
          <p:cNvCxnSpPr>
            <a:cxnSpLocks/>
            <a:stCxn id="29" idx="2"/>
            <a:endCxn id="31" idx="1"/>
          </p:cNvCxnSpPr>
          <p:nvPr/>
        </p:nvCxnSpPr>
        <p:spPr>
          <a:xfrm rot="16200000" flipH="1">
            <a:off x="7873308" y="4431132"/>
            <a:ext cx="109949" cy="171319"/>
          </a:xfrm>
          <a:prstGeom prst="bentConnector2">
            <a:avLst/>
          </a:prstGeom>
          <a:ln>
            <a:solidFill>
              <a:schemeClr val="accent1"/>
            </a:solidFill>
            <a:tailEnd type="arrow" w="med" len="sm"/>
          </a:ln>
        </p:spPr>
        <p:style>
          <a:lnRef idx="1">
            <a:schemeClr val="accent1"/>
          </a:lnRef>
          <a:fillRef idx="0">
            <a:schemeClr val="accent1"/>
          </a:fillRef>
          <a:effectRef idx="0">
            <a:schemeClr val="accent1"/>
          </a:effectRef>
          <a:fontRef idx="minor">
            <a:schemeClr val="tx1"/>
          </a:fontRef>
        </p:style>
      </p:cxnSp>
      <p:pic>
        <p:nvPicPr>
          <p:cNvPr id="3136" name="図 3135">
            <a:extLst>
              <a:ext uri="{FF2B5EF4-FFF2-40B4-BE49-F238E27FC236}">
                <a16:creationId xmlns:a16="http://schemas.microsoft.com/office/drawing/2014/main" id="{4955A19B-D27C-D282-25E2-F568BFFDB6FE}"/>
              </a:ext>
            </a:extLst>
          </p:cNvPr>
          <p:cNvPicPr>
            <a:picLocks noChangeAspect="1"/>
          </p:cNvPicPr>
          <p:nvPr/>
        </p:nvPicPr>
        <p:blipFill>
          <a:blip r:embed="rId7"/>
          <a:stretch>
            <a:fillRect/>
          </a:stretch>
        </p:blipFill>
        <p:spPr>
          <a:xfrm>
            <a:off x="7780167" y="3731717"/>
            <a:ext cx="470362" cy="334326"/>
          </a:xfrm>
          <a:prstGeom prst="rect">
            <a:avLst/>
          </a:prstGeom>
        </p:spPr>
      </p:pic>
      <p:sp>
        <p:nvSpPr>
          <p:cNvPr id="3139" name="正方形/長方形 3138">
            <a:extLst>
              <a:ext uri="{FF2B5EF4-FFF2-40B4-BE49-F238E27FC236}">
                <a16:creationId xmlns:a16="http://schemas.microsoft.com/office/drawing/2014/main" id="{E46278AE-DC71-728B-3A35-832373EE1870}"/>
              </a:ext>
            </a:extLst>
          </p:cNvPr>
          <p:cNvSpPr/>
          <p:nvPr/>
        </p:nvSpPr>
        <p:spPr>
          <a:xfrm>
            <a:off x="7326067" y="3890422"/>
            <a:ext cx="144000" cy="113510"/>
          </a:xfrm>
          <a:prstGeom prst="rect">
            <a:avLst/>
          </a:prstGeom>
          <a:solidFill>
            <a:schemeClr val="accent1">
              <a:lumMod val="40000"/>
              <a:lumOff val="6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40" name="正方形/長方形 3139">
            <a:extLst>
              <a:ext uri="{FF2B5EF4-FFF2-40B4-BE49-F238E27FC236}">
                <a16:creationId xmlns:a16="http://schemas.microsoft.com/office/drawing/2014/main" id="{6EC5044C-9613-2AA1-3D93-24253BFB67ED}"/>
              </a:ext>
            </a:extLst>
          </p:cNvPr>
          <p:cNvSpPr/>
          <p:nvPr/>
        </p:nvSpPr>
        <p:spPr>
          <a:xfrm>
            <a:off x="7326067" y="3890422"/>
            <a:ext cx="144000" cy="36000"/>
          </a:xfrm>
          <a:prstGeom prst="rect">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52" name="正方形/長方形 3151">
            <a:extLst>
              <a:ext uri="{FF2B5EF4-FFF2-40B4-BE49-F238E27FC236}">
                <a16:creationId xmlns:a16="http://schemas.microsoft.com/office/drawing/2014/main" id="{13D8C6FF-4592-02D5-989C-45C5398F8027}"/>
              </a:ext>
            </a:extLst>
          </p:cNvPr>
          <p:cNvSpPr/>
          <p:nvPr/>
        </p:nvSpPr>
        <p:spPr>
          <a:xfrm>
            <a:off x="7477538" y="4079903"/>
            <a:ext cx="144000" cy="113510"/>
          </a:xfrm>
          <a:prstGeom prst="rect">
            <a:avLst/>
          </a:prstGeom>
          <a:solidFill>
            <a:schemeClr val="accent1">
              <a:lumMod val="40000"/>
              <a:lumOff val="6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53" name="正方形/長方形 3152">
            <a:extLst>
              <a:ext uri="{FF2B5EF4-FFF2-40B4-BE49-F238E27FC236}">
                <a16:creationId xmlns:a16="http://schemas.microsoft.com/office/drawing/2014/main" id="{F1DCC3A0-6607-649B-B718-61D7B5DAE6DF}"/>
              </a:ext>
            </a:extLst>
          </p:cNvPr>
          <p:cNvSpPr/>
          <p:nvPr/>
        </p:nvSpPr>
        <p:spPr>
          <a:xfrm>
            <a:off x="7477538" y="4079903"/>
            <a:ext cx="144000" cy="36000"/>
          </a:xfrm>
          <a:prstGeom prst="rect">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54" name="正方形/長方形 3153">
            <a:extLst>
              <a:ext uri="{FF2B5EF4-FFF2-40B4-BE49-F238E27FC236}">
                <a16:creationId xmlns:a16="http://schemas.microsoft.com/office/drawing/2014/main" id="{6B8C2540-EABE-CE26-1F1C-453D1CFB534B}"/>
              </a:ext>
            </a:extLst>
          </p:cNvPr>
          <p:cNvSpPr/>
          <p:nvPr/>
        </p:nvSpPr>
        <p:spPr>
          <a:xfrm>
            <a:off x="7217011" y="4072248"/>
            <a:ext cx="144000" cy="113510"/>
          </a:xfrm>
          <a:prstGeom prst="rect">
            <a:avLst/>
          </a:prstGeom>
          <a:solidFill>
            <a:schemeClr val="accent1">
              <a:lumMod val="40000"/>
              <a:lumOff val="6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55" name="正方形/長方形 3154">
            <a:extLst>
              <a:ext uri="{FF2B5EF4-FFF2-40B4-BE49-F238E27FC236}">
                <a16:creationId xmlns:a16="http://schemas.microsoft.com/office/drawing/2014/main" id="{30FC2949-5B4E-8C74-F76A-F60F6C1C6B46}"/>
              </a:ext>
            </a:extLst>
          </p:cNvPr>
          <p:cNvSpPr/>
          <p:nvPr/>
        </p:nvSpPr>
        <p:spPr>
          <a:xfrm>
            <a:off x="7217011" y="4072248"/>
            <a:ext cx="144000" cy="36000"/>
          </a:xfrm>
          <a:prstGeom prst="rect">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56" name="正方形/長方形 3155">
            <a:extLst>
              <a:ext uri="{FF2B5EF4-FFF2-40B4-BE49-F238E27FC236}">
                <a16:creationId xmlns:a16="http://schemas.microsoft.com/office/drawing/2014/main" id="{5581E164-A5B9-3060-8B0D-9F514D7FEA08}"/>
              </a:ext>
            </a:extLst>
          </p:cNvPr>
          <p:cNvSpPr/>
          <p:nvPr/>
        </p:nvSpPr>
        <p:spPr>
          <a:xfrm>
            <a:off x="7136216" y="4274829"/>
            <a:ext cx="144000" cy="113510"/>
          </a:xfrm>
          <a:prstGeom prst="rect">
            <a:avLst/>
          </a:prstGeom>
          <a:solidFill>
            <a:schemeClr val="accent1">
              <a:lumMod val="40000"/>
              <a:lumOff val="6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57" name="正方形/長方形 3156">
            <a:extLst>
              <a:ext uri="{FF2B5EF4-FFF2-40B4-BE49-F238E27FC236}">
                <a16:creationId xmlns:a16="http://schemas.microsoft.com/office/drawing/2014/main" id="{E1C9243D-01FD-2415-A161-581A4E2BF29F}"/>
              </a:ext>
            </a:extLst>
          </p:cNvPr>
          <p:cNvSpPr/>
          <p:nvPr/>
        </p:nvSpPr>
        <p:spPr>
          <a:xfrm>
            <a:off x="7136216" y="4274829"/>
            <a:ext cx="144000" cy="36000"/>
          </a:xfrm>
          <a:prstGeom prst="rect">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58" name="正方形/長方形 3157">
            <a:extLst>
              <a:ext uri="{FF2B5EF4-FFF2-40B4-BE49-F238E27FC236}">
                <a16:creationId xmlns:a16="http://schemas.microsoft.com/office/drawing/2014/main" id="{A2DE64A1-230E-146E-03A9-01169A176C13}"/>
              </a:ext>
            </a:extLst>
          </p:cNvPr>
          <p:cNvSpPr/>
          <p:nvPr/>
        </p:nvSpPr>
        <p:spPr>
          <a:xfrm>
            <a:off x="7324743" y="4274829"/>
            <a:ext cx="144000" cy="113510"/>
          </a:xfrm>
          <a:prstGeom prst="rect">
            <a:avLst/>
          </a:prstGeom>
          <a:solidFill>
            <a:schemeClr val="accent1">
              <a:lumMod val="40000"/>
              <a:lumOff val="6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59" name="正方形/長方形 3158">
            <a:extLst>
              <a:ext uri="{FF2B5EF4-FFF2-40B4-BE49-F238E27FC236}">
                <a16:creationId xmlns:a16="http://schemas.microsoft.com/office/drawing/2014/main" id="{0614A9C1-2ADF-E919-3D57-4EC28694FCC3}"/>
              </a:ext>
            </a:extLst>
          </p:cNvPr>
          <p:cNvSpPr/>
          <p:nvPr/>
        </p:nvSpPr>
        <p:spPr>
          <a:xfrm>
            <a:off x="7324743" y="4274829"/>
            <a:ext cx="144000" cy="36000"/>
          </a:xfrm>
          <a:prstGeom prst="rect">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160" name="コネクタ: カギ線 3159">
            <a:extLst>
              <a:ext uri="{FF2B5EF4-FFF2-40B4-BE49-F238E27FC236}">
                <a16:creationId xmlns:a16="http://schemas.microsoft.com/office/drawing/2014/main" id="{E615EE37-9E08-5AC7-09B3-A3045931AB0E}"/>
              </a:ext>
            </a:extLst>
          </p:cNvPr>
          <p:cNvCxnSpPr>
            <a:cxnSpLocks/>
            <a:stCxn id="3155" idx="0"/>
            <a:endCxn id="3139" idx="2"/>
          </p:cNvCxnSpPr>
          <p:nvPr/>
        </p:nvCxnSpPr>
        <p:spPr>
          <a:xfrm rot="5400000" flipH="1" flipV="1">
            <a:off x="7309381" y="3983562"/>
            <a:ext cx="68316" cy="109056"/>
          </a:xfrm>
          <a:prstGeom prst="bentConnector3">
            <a:avLst>
              <a:gd name="adj1" fmla="val 50000"/>
            </a:avLst>
          </a:prstGeom>
          <a:ln>
            <a:solidFill>
              <a:schemeClr val="accent1"/>
            </a:solidFill>
            <a:tailEnd type="none" w="med" len="sm"/>
          </a:ln>
        </p:spPr>
        <p:style>
          <a:lnRef idx="1">
            <a:schemeClr val="accent1"/>
          </a:lnRef>
          <a:fillRef idx="0">
            <a:schemeClr val="accent1"/>
          </a:fillRef>
          <a:effectRef idx="0">
            <a:schemeClr val="accent1"/>
          </a:effectRef>
          <a:fontRef idx="minor">
            <a:schemeClr val="tx1"/>
          </a:fontRef>
        </p:style>
      </p:cxnSp>
      <p:cxnSp>
        <p:nvCxnSpPr>
          <p:cNvPr id="3163" name="コネクタ: カギ線 3162">
            <a:extLst>
              <a:ext uri="{FF2B5EF4-FFF2-40B4-BE49-F238E27FC236}">
                <a16:creationId xmlns:a16="http://schemas.microsoft.com/office/drawing/2014/main" id="{78CB047E-7484-4B17-8516-ECAE0900D9C6}"/>
              </a:ext>
            </a:extLst>
          </p:cNvPr>
          <p:cNvCxnSpPr>
            <a:cxnSpLocks/>
            <a:stCxn id="3152" idx="0"/>
            <a:endCxn id="3139" idx="2"/>
          </p:cNvCxnSpPr>
          <p:nvPr/>
        </p:nvCxnSpPr>
        <p:spPr>
          <a:xfrm rot="16200000" flipV="1">
            <a:off x="7435818" y="3966182"/>
            <a:ext cx="75971" cy="151471"/>
          </a:xfrm>
          <a:prstGeom prst="bentConnector3">
            <a:avLst>
              <a:gd name="adj1" fmla="val 56269"/>
            </a:avLst>
          </a:prstGeom>
          <a:ln>
            <a:solidFill>
              <a:schemeClr val="accent1"/>
            </a:solidFill>
            <a:tailEnd type="none" w="med" len="sm"/>
          </a:ln>
        </p:spPr>
        <p:style>
          <a:lnRef idx="1">
            <a:schemeClr val="accent1"/>
          </a:lnRef>
          <a:fillRef idx="0">
            <a:schemeClr val="accent1"/>
          </a:fillRef>
          <a:effectRef idx="0">
            <a:schemeClr val="accent1"/>
          </a:effectRef>
          <a:fontRef idx="minor">
            <a:schemeClr val="tx1"/>
          </a:fontRef>
        </p:style>
      </p:cxnSp>
      <p:cxnSp>
        <p:nvCxnSpPr>
          <p:cNvPr id="3166" name="コネクタ: カギ線 3165">
            <a:extLst>
              <a:ext uri="{FF2B5EF4-FFF2-40B4-BE49-F238E27FC236}">
                <a16:creationId xmlns:a16="http://schemas.microsoft.com/office/drawing/2014/main" id="{B245D0C0-7564-8378-D96F-25405EBBE736}"/>
              </a:ext>
            </a:extLst>
          </p:cNvPr>
          <p:cNvCxnSpPr>
            <a:cxnSpLocks/>
            <a:stCxn id="3157" idx="0"/>
            <a:endCxn id="3154" idx="2"/>
          </p:cNvCxnSpPr>
          <p:nvPr/>
        </p:nvCxnSpPr>
        <p:spPr>
          <a:xfrm rot="5400000" flipH="1" flipV="1">
            <a:off x="7204078" y="4189897"/>
            <a:ext cx="89071" cy="80795"/>
          </a:xfrm>
          <a:prstGeom prst="bentConnector3">
            <a:avLst>
              <a:gd name="adj1" fmla="val 50000"/>
            </a:avLst>
          </a:prstGeom>
          <a:ln>
            <a:solidFill>
              <a:schemeClr val="accent1"/>
            </a:solidFill>
            <a:tailEnd type="none" w="med" len="sm"/>
          </a:ln>
        </p:spPr>
        <p:style>
          <a:lnRef idx="1">
            <a:schemeClr val="accent1"/>
          </a:lnRef>
          <a:fillRef idx="0">
            <a:schemeClr val="accent1"/>
          </a:fillRef>
          <a:effectRef idx="0">
            <a:schemeClr val="accent1"/>
          </a:effectRef>
          <a:fontRef idx="minor">
            <a:schemeClr val="tx1"/>
          </a:fontRef>
        </p:style>
      </p:cxnSp>
      <p:cxnSp>
        <p:nvCxnSpPr>
          <p:cNvPr id="3169" name="コネクタ: カギ線 3168">
            <a:extLst>
              <a:ext uri="{FF2B5EF4-FFF2-40B4-BE49-F238E27FC236}">
                <a16:creationId xmlns:a16="http://schemas.microsoft.com/office/drawing/2014/main" id="{CD451D46-6D94-AAEB-8788-0B8CCC3F05A3}"/>
              </a:ext>
            </a:extLst>
          </p:cNvPr>
          <p:cNvCxnSpPr>
            <a:cxnSpLocks/>
            <a:stCxn id="3159" idx="0"/>
            <a:endCxn id="3154" idx="2"/>
          </p:cNvCxnSpPr>
          <p:nvPr/>
        </p:nvCxnSpPr>
        <p:spPr>
          <a:xfrm rot="16200000" flipV="1">
            <a:off x="7298342" y="4176428"/>
            <a:ext cx="89071" cy="107732"/>
          </a:xfrm>
          <a:prstGeom prst="bentConnector3">
            <a:avLst>
              <a:gd name="adj1" fmla="val 50000"/>
            </a:avLst>
          </a:prstGeom>
          <a:ln>
            <a:solidFill>
              <a:schemeClr val="accent1"/>
            </a:solidFill>
            <a:tailEnd type="none" w="med" len="sm"/>
          </a:ln>
        </p:spPr>
        <p:style>
          <a:lnRef idx="1">
            <a:schemeClr val="accent1"/>
          </a:lnRef>
          <a:fillRef idx="0">
            <a:schemeClr val="accent1"/>
          </a:fillRef>
          <a:effectRef idx="0">
            <a:schemeClr val="accent1"/>
          </a:effectRef>
          <a:fontRef idx="minor">
            <a:schemeClr val="tx1"/>
          </a:fontRef>
        </p:style>
      </p:cxnSp>
      <p:cxnSp>
        <p:nvCxnSpPr>
          <p:cNvPr id="3184" name="直線コネクタ 3183">
            <a:extLst>
              <a:ext uri="{FF2B5EF4-FFF2-40B4-BE49-F238E27FC236}">
                <a16:creationId xmlns:a16="http://schemas.microsoft.com/office/drawing/2014/main" id="{4197155C-E6C7-51D9-3843-7DA9AFB3CD0E}"/>
              </a:ext>
            </a:extLst>
          </p:cNvPr>
          <p:cNvCxnSpPr>
            <a:cxnSpLocks/>
            <a:stCxn id="21" idx="1"/>
            <a:endCxn id="3154" idx="1"/>
          </p:cNvCxnSpPr>
          <p:nvPr/>
        </p:nvCxnSpPr>
        <p:spPr>
          <a:xfrm>
            <a:off x="6317067" y="3853573"/>
            <a:ext cx="899944" cy="275430"/>
          </a:xfrm>
          <a:prstGeom prst="curvedConnector3">
            <a:avLst>
              <a:gd name="adj1" fmla="val 50000"/>
            </a:avLst>
          </a:prstGeom>
          <a:ln w="9525">
            <a:solidFill>
              <a:schemeClr val="accent2">
                <a:alpha val="70000"/>
              </a:schemeClr>
            </a:solidFill>
            <a:prstDash val="solid"/>
            <a:headEnd type="none" w="sm" len="sm"/>
            <a:tailEnd type="arrow" w="sm" len="sm"/>
          </a:ln>
        </p:spPr>
        <p:style>
          <a:lnRef idx="1">
            <a:schemeClr val="accent6"/>
          </a:lnRef>
          <a:fillRef idx="0">
            <a:schemeClr val="accent6"/>
          </a:fillRef>
          <a:effectRef idx="0">
            <a:schemeClr val="accent6"/>
          </a:effectRef>
          <a:fontRef idx="minor">
            <a:schemeClr val="tx1"/>
          </a:fontRef>
        </p:style>
      </p:cxnSp>
      <p:sp>
        <p:nvSpPr>
          <p:cNvPr id="3192" name="四角形: メモ 3191">
            <a:extLst>
              <a:ext uri="{FF2B5EF4-FFF2-40B4-BE49-F238E27FC236}">
                <a16:creationId xmlns:a16="http://schemas.microsoft.com/office/drawing/2014/main" id="{06041547-CED4-4B6E-E953-A31D04B34A27}"/>
              </a:ext>
            </a:extLst>
          </p:cNvPr>
          <p:cNvSpPr/>
          <p:nvPr/>
        </p:nvSpPr>
        <p:spPr>
          <a:xfrm rot="10800000">
            <a:off x="6095782" y="4338104"/>
            <a:ext cx="221285" cy="241889"/>
          </a:xfrm>
          <a:prstGeom prst="foldedCorner">
            <a:avLst/>
          </a:prstGeom>
          <a:solidFill>
            <a:schemeClr val="bg1"/>
          </a:solidFill>
          <a:ln>
            <a:solidFill>
              <a:schemeClr val="tx2"/>
            </a:solidFill>
          </a:ln>
        </p:spPr>
        <p:style>
          <a:lnRef idx="1">
            <a:schemeClr val="accent6"/>
          </a:lnRef>
          <a:fillRef idx="2">
            <a:schemeClr val="accent6"/>
          </a:fillRef>
          <a:effectRef idx="1">
            <a:schemeClr val="accent6"/>
          </a:effectRef>
          <a:fontRef idx="minor">
            <a:schemeClr val="dk1"/>
          </a:fontRef>
        </p:style>
        <p:txBody>
          <a:bodyPr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l"/>
            <a:endParaRPr kumimoji="1" lang="ja-JP" altLang="en-US" sz="1100" dirty="0"/>
          </a:p>
        </p:txBody>
      </p:sp>
      <p:cxnSp>
        <p:nvCxnSpPr>
          <p:cNvPr id="3195" name="直線コネクタ 3194">
            <a:extLst>
              <a:ext uri="{FF2B5EF4-FFF2-40B4-BE49-F238E27FC236}">
                <a16:creationId xmlns:a16="http://schemas.microsoft.com/office/drawing/2014/main" id="{15B9F968-EEFE-5127-F6EB-100209F2B1B9}"/>
              </a:ext>
            </a:extLst>
          </p:cNvPr>
          <p:cNvCxnSpPr>
            <a:cxnSpLocks/>
            <a:stCxn id="22" idx="3"/>
            <a:endCxn id="3192" idx="3"/>
          </p:cNvCxnSpPr>
          <p:nvPr/>
        </p:nvCxnSpPr>
        <p:spPr>
          <a:xfrm rot="10800000" flipV="1">
            <a:off x="6095783" y="4152612"/>
            <a:ext cx="1" cy="306436"/>
          </a:xfrm>
          <a:prstGeom prst="curvedConnector3">
            <a:avLst>
              <a:gd name="adj1" fmla="val 22860100000"/>
            </a:avLst>
          </a:prstGeom>
          <a:ln w="6350">
            <a:solidFill>
              <a:srgbClr val="009BC6">
                <a:alpha val="70000"/>
              </a:srgbClr>
            </a:solidFill>
            <a:prstDash val="dash"/>
            <a:headEnd type="oval" w="sm" len="sm"/>
            <a:tailEnd type="oval" w="sm" len="sm"/>
          </a:ln>
        </p:spPr>
        <p:style>
          <a:lnRef idx="1">
            <a:schemeClr val="accent6"/>
          </a:lnRef>
          <a:fillRef idx="0">
            <a:schemeClr val="accent6"/>
          </a:fillRef>
          <a:effectRef idx="0">
            <a:schemeClr val="accent6"/>
          </a:effectRef>
          <a:fontRef idx="minor">
            <a:schemeClr val="tx1"/>
          </a:fontRef>
        </p:style>
      </p:cxnSp>
      <p:cxnSp>
        <p:nvCxnSpPr>
          <p:cNvPr id="3075" name="直線コネクタ 3185">
            <a:extLst>
              <a:ext uri="{FF2B5EF4-FFF2-40B4-BE49-F238E27FC236}">
                <a16:creationId xmlns:a16="http://schemas.microsoft.com/office/drawing/2014/main" id="{82E9266A-1DC5-07D3-D88F-0EF7B9E060A5}"/>
              </a:ext>
            </a:extLst>
          </p:cNvPr>
          <p:cNvCxnSpPr>
            <a:cxnSpLocks/>
            <a:stCxn id="21" idx="1"/>
            <a:endCxn id="3136" idx="1"/>
          </p:cNvCxnSpPr>
          <p:nvPr/>
        </p:nvCxnSpPr>
        <p:spPr>
          <a:xfrm>
            <a:off x="6317067" y="3853573"/>
            <a:ext cx="1463100" cy="45307"/>
          </a:xfrm>
          <a:prstGeom prst="curvedConnector3">
            <a:avLst>
              <a:gd name="adj1" fmla="val 50000"/>
            </a:avLst>
          </a:prstGeom>
          <a:ln w="9525">
            <a:solidFill>
              <a:schemeClr val="accent2">
                <a:alpha val="70000"/>
              </a:schemeClr>
            </a:solidFill>
            <a:prstDash val="solid"/>
            <a:headEnd type="none" w="sm" len="sm"/>
            <a:tailEnd type="arrow" w="sm" len="sm"/>
          </a:ln>
        </p:spPr>
        <p:style>
          <a:lnRef idx="1">
            <a:schemeClr val="accent6"/>
          </a:lnRef>
          <a:fillRef idx="0">
            <a:schemeClr val="accent6"/>
          </a:fillRef>
          <a:effectRef idx="0">
            <a:schemeClr val="accent6"/>
          </a:effectRef>
          <a:fontRef idx="minor">
            <a:schemeClr val="tx1"/>
          </a:fontRef>
        </p:style>
      </p:cxnSp>
      <p:cxnSp>
        <p:nvCxnSpPr>
          <p:cNvPr id="3186" name="直線コネクタ 3185">
            <a:extLst>
              <a:ext uri="{FF2B5EF4-FFF2-40B4-BE49-F238E27FC236}">
                <a16:creationId xmlns:a16="http://schemas.microsoft.com/office/drawing/2014/main" id="{D75A8252-8911-FD90-A067-FCD67CB7C672}"/>
              </a:ext>
            </a:extLst>
          </p:cNvPr>
          <p:cNvCxnSpPr>
            <a:cxnSpLocks/>
            <a:stCxn id="3192" idx="1"/>
            <a:endCxn id="29" idx="1"/>
          </p:cNvCxnSpPr>
          <p:nvPr/>
        </p:nvCxnSpPr>
        <p:spPr>
          <a:xfrm flipV="1">
            <a:off x="6317067" y="4407818"/>
            <a:ext cx="1453556" cy="51230"/>
          </a:xfrm>
          <a:prstGeom prst="curvedConnector3">
            <a:avLst>
              <a:gd name="adj1" fmla="val 50000"/>
            </a:avLst>
          </a:prstGeom>
          <a:ln w="9525">
            <a:solidFill>
              <a:schemeClr val="accent2">
                <a:alpha val="70000"/>
              </a:schemeClr>
            </a:solidFill>
            <a:prstDash val="solid"/>
            <a:headEnd type="none" w="sm" len="sm"/>
            <a:tailEnd type="arrow" w="sm" len="sm"/>
          </a:ln>
        </p:spPr>
        <p:style>
          <a:lnRef idx="1">
            <a:schemeClr val="accent6"/>
          </a:lnRef>
          <a:fillRef idx="0">
            <a:schemeClr val="accent6"/>
          </a:fillRef>
          <a:effectRef idx="0">
            <a:schemeClr val="accent6"/>
          </a:effectRef>
          <a:fontRef idx="minor">
            <a:schemeClr val="tx1"/>
          </a:fontRef>
        </p:style>
      </p:cxnSp>
      <p:sp>
        <p:nvSpPr>
          <p:cNvPr id="3256" name="正方形/長方形 3255">
            <a:extLst>
              <a:ext uri="{FF2B5EF4-FFF2-40B4-BE49-F238E27FC236}">
                <a16:creationId xmlns:a16="http://schemas.microsoft.com/office/drawing/2014/main" id="{7691DEE2-A521-63AF-DAB0-77BB2E0830A3}"/>
              </a:ext>
            </a:extLst>
          </p:cNvPr>
          <p:cNvSpPr/>
          <p:nvPr/>
        </p:nvSpPr>
        <p:spPr>
          <a:xfrm>
            <a:off x="2735489" y="2094849"/>
            <a:ext cx="1392083" cy="381657"/>
          </a:xfrm>
          <a:prstGeom prst="rect">
            <a:avLst/>
          </a:prstGeom>
          <a:solidFill>
            <a:schemeClr val="bg2">
              <a:alpha val="4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ja-JP" altLang="en-US" b="1" u="sng" dirty="0">
              <a:solidFill>
                <a:srgbClr val="009BC6"/>
              </a:solidFill>
            </a:endParaRPr>
          </a:p>
        </p:txBody>
      </p:sp>
      <p:sp>
        <p:nvSpPr>
          <p:cNvPr id="3224" name="矢印: 下カーブ 3223">
            <a:extLst>
              <a:ext uri="{FF2B5EF4-FFF2-40B4-BE49-F238E27FC236}">
                <a16:creationId xmlns:a16="http://schemas.microsoft.com/office/drawing/2014/main" id="{2501CF66-7A1A-4C63-CE8C-172FCB07A41E}"/>
              </a:ext>
            </a:extLst>
          </p:cNvPr>
          <p:cNvSpPr/>
          <p:nvPr/>
        </p:nvSpPr>
        <p:spPr>
          <a:xfrm>
            <a:off x="1011585" y="2230195"/>
            <a:ext cx="6537954" cy="1524061"/>
          </a:xfrm>
          <a:prstGeom prst="curvedDownArrow">
            <a:avLst>
              <a:gd name="adj1" fmla="val 40995"/>
              <a:gd name="adj2" fmla="val 67639"/>
              <a:gd name="adj3" fmla="val 30000"/>
            </a:avLst>
          </a:prstGeom>
          <a:solidFill>
            <a:schemeClr val="accent1">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chemeClr val="tx1"/>
              </a:solidFill>
            </a:endParaRPr>
          </a:p>
        </p:txBody>
      </p:sp>
      <p:sp>
        <p:nvSpPr>
          <p:cNvPr id="3258" name="正方形/長方形 3257">
            <a:extLst>
              <a:ext uri="{FF2B5EF4-FFF2-40B4-BE49-F238E27FC236}">
                <a16:creationId xmlns:a16="http://schemas.microsoft.com/office/drawing/2014/main" id="{0FC8D8C5-4ECA-09B9-19B1-297EBEA61FC2}"/>
              </a:ext>
            </a:extLst>
          </p:cNvPr>
          <p:cNvSpPr/>
          <p:nvPr/>
        </p:nvSpPr>
        <p:spPr>
          <a:xfrm>
            <a:off x="2748007" y="3723643"/>
            <a:ext cx="1414327" cy="384606"/>
          </a:xfrm>
          <a:prstGeom prst="rect">
            <a:avLst/>
          </a:prstGeom>
          <a:solidFill>
            <a:schemeClr val="bg2">
              <a:alpha val="4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ja-JP" altLang="en-US" b="1" u="sng" dirty="0">
              <a:solidFill>
                <a:srgbClr val="009BC6"/>
              </a:solidFill>
            </a:endParaRPr>
          </a:p>
        </p:txBody>
      </p:sp>
      <p:sp>
        <p:nvSpPr>
          <p:cNvPr id="7" name="矢印: 五方向 6">
            <a:extLst>
              <a:ext uri="{FF2B5EF4-FFF2-40B4-BE49-F238E27FC236}">
                <a16:creationId xmlns:a16="http://schemas.microsoft.com/office/drawing/2014/main" id="{4CB22B13-8E44-D5E8-4338-ED5E1B53295E}"/>
              </a:ext>
            </a:extLst>
          </p:cNvPr>
          <p:cNvSpPr/>
          <p:nvPr/>
        </p:nvSpPr>
        <p:spPr>
          <a:xfrm rot="13502378">
            <a:off x="7133516" y="5878345"/>
            <a:ext cx="133466" cy="72000"/>
          </a:xfrm>
          <a:prstGeom prst="homePlate">
            <a:avLst/>
          </a:prstGeom>
          <a:solidFill>
            <a:schemeClr val="accent4">
              <a:lumMod val="60000"/>
              <a:lumOff val="40000"/>
            </a:schemeClr>
          </a:solidFill>
          <a:ln>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CDB7D562-24F7-FC52-A39B-3D27C6C59177}"/>
              </a:ext>
            </a:extLst>
          </p:cNvPr>
          <p:cNvSpPr txBox="1"/>
          <p:nvPr/>
        </p:nvSpPr>
        <p:spPr>
          <a:xfrm>
            <a:off x="7265654" y="5785509"/>
            <a:ext cx="1567153" cy="253916"/>
          </a:xfrm>
          <a:prstGeom prst="rect">
            <a:avLst/>
          </a:prstGeom>
          <a:noFill/>
        </p:spPr>
        <p:txBody>
          <a:bodyPr wrap="square" rtlCol="0">
            <a:spAutoFit/>
          </a:bodyPr>
          <a:lstStyle/>
          <a:p>
            <a:r>
              <a:rPr kumimoji="1" lang="ja-JP" altLang="en-US" sz="1050" dirty="0"/>
              <a:t>タグ：情報の属性を示す</a:t>
            </a:r>
          </a:p>
        </p:txBody>
      </p:sp>
      <p:sp>
        <p:nvSpPr>
          <p:cNvPr id="35" name="正方形/長方形 34">
            <a:extLst>
              <a:ext uri="{FF2B5EF4-FFF2-40B4-BE49-F238E27FC236}">
                <a16:creationId xmlns:a16="http://schemas.microsoft.com/office/drawing/2014/main" id="{4085B228-1867-52AD-99CD-B2032ECB542A}"/>
              </a:ext>
            </a:extLst>
          </p:cNvPr>
          <p:cNvSpPr/>
          <p:nvPr/>
        </p:nvSpPr>
        <p:spPr>
          <a:xfrm>
            <a:off x="2738345" y="4581603"/>
            <a:ext cx="2055404" cy="1385468"/>
          </a:xfrm>
          <a:prstGeom prst="rect">
            <a:avLst/>
          </a:prstGeom>
          <a:solidFill>
            <a:schemeClr val="bg1"/>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kumimoji="1" lang="ja-JP" altLang="en-US" sz="1050" dirty="0">
              <a:solidFill>
                <a:srgbClr val="334553"/>
              </a:solidFill>
            </a:endParaRPr>
          </a:p>
        </p:txBody>
      </p:sp>
      <p:sp>
        <p:nvSpPr>
          <p:cNvPr id="36" name="正方形/長方形 35">
            <a:extLst>
              <a:ext uri="{FF2B5EF4-FFF2-40B4-BE49-F238E27FC236}">
                <a16:creationId xmlns:a16="http://schemas.microsoft.com/office/drawing/2014/main" id="{A7D91733-8033-1E23-829A-3826358D2219}"/>
              </a:ext>
            </a:extLst>
          </p:cNvPr>
          <p:cNvSpPr/>
          <p:nvPr/>
        </p:nvSpPr>
        <p:spPr>
          <a:xfrm>
            <a:off x="2738345" y="4330735"/>
            <a:ext cx="2055405" cy="256626"/>
          </a:xfrm>
          <a:prstGeom prst="rect">
            <a:avLst/>
          </a:prstGeom>
          <a:solidFill>
            <a:schemeClr val="accent1">
              <a:lumMod val="20000"/>
              <a:lumOff val="80000"/>
            </a:schemeClr>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1100" b="1" dirty="0">
                <a:solidFill>
                  <a:srgbClr val="334553"/>
                </a:solidFill>
              </a:rPr>
              <a:t>構造化ツール</a:t>
            </a:r>
          </a:p>
        </p:txBody>
      </p:sp>
      <p:pic>
        <p:nvPicPr>
          <p:cNvPr id="3207" name="図 3206">
            <a:extLst>
              <a:ext uri="{FF2B5EF4-FFF2-40B4-BE49-F238E27FC236}">
                <a16:creationId xmlns:a16="http://schemas.microsoft.com/office/drawing/2014/main" id="{4CE06AEE-38E7-EB76-7CE6-4F6E3D363C9B}"/>
              </a:ext>
            </a:extLst>
          </p:cNvPr>
          <p:cNvPicPr>
            <a:picLocks noChangeAspect="1"/>
          </p:cNvPicPr>
          <p:nvPr/>
        </p:nvPicPr>
        <p:blipFill>
          <a:blip r:embed="rId8"/>
          <a:stretch>
            <a:fillRect/>
          </a:stretch>
        </p:blipFill>
        <p:spPr>
          <a:xfrm>
            <a:off x="2867093" y="5450948"/>
            <a:ext cx="542352" cy="407848"/>
          </a:xfrm>
          <a:prstGeom prst="rect">
            <a:avLst/>
          </a:prstGeom>
        </p:spPr>
      </p:pic>
      <p:pic>
        <p:nvPicPr>
          <p:cNvPr id="3234" name="図 3233">
            <a:extLst>
              <a:ext uri="{FF2B5EF4-FFF2-40B4-BE49-F238E27FC236}">
                <a16:creationId xmlns:a16="http://schemas.microsoft.com/office/drawing/2014/main" id="{B7ABD844-127A-3F4E-7A4C-2A030B1B5F95}"/>
              </a:ext>
            </a:extLst>
          </p:cNvPr>
          <p:cNvPicPr>
            <a:picLocks noChangeAspect="1"/>
          </p:cNvPicPr>
          <p:nvPr/>
        </p:nvPicPr>
        <p:blipFill>
          <a:blip r:embed="rId9"/>
          <a:stretch>
            <a:fillRect/>
          </a:stretch>
        </p:blipFill>
        <p:spPr>
          <a:xfrm>
            <a:off x="3980070" y="4705744"/>
            <a:ext cx="713052" cy="596793"/>
          </a:xfrm>
          <a:prstGeom prst="rect">
            <a:avLst/>
          </a:prstGeom>
        </p:spPr>
      </p:pic>
      <p:cxnSp>
        <p:nvCxnSpPr>
          <p:cNvPr id="3240" name="コネクタ: カギ線 3239">
            <a:extLst>
              <a:ext uri="{FF2B5EF4-FFF2-40B4-BE49-F238E27FC236}">
                <a16:creationId xmlns:a16="http://schemas.microsoft.com/office/drawing/2014/main" id="{A429CBAC-4338-2D89-5896-611249B1EEA2}"/>
              </a:ext>
            </a:extLst>
          </p:cNvPr>
          <p:cNvCxnSpPr>
            <a:cxnSpLocks/>
          </p:cNvCxnSpPr>
          <p:nvPr/>
        </p:nvCxnSpPr>
        <p:spPr>
          <a:xfrm flipV="1">
            <a:off x="2906823" y="5654872"/>
            <a:ext cx="1015950" cy="261276"/>
          </a:xfrm>
          <a:prstGeom prst="bentConnector3">
            <a:avLst>
              <a:gd name="adj1" fmla="val 57273"/>
            </a:avLst>
          </a:prstGeom>
          <a:ln w="15875"/>
        </p:spPr>
        <p:style>
          <a:lnRef idx="1">
            <a:schemeClr val="accent1"/>
          </a:lnRef>
          <a:fillRef idx="0">
            <a:schemeClr val="accent1"/>
          </a:fillRef>
          <a:effectRef idx="0">
            <a:schemeClr val="accent1"/>
          </a:effectRef>
          <a:fontRef idx="minor">
            <a:schemeClr val="tx1"/>
          </a:fontRef>
        </p:style>
      </p:cxnSp>
      <p:cxnSp>
        <p:nvCxnSpPr>
          <p:cNvPr id="3252" name="コネクタ: カギ線 3251">
            <a:extLst>
              <a:ext uri="{FF2B5EF4-FFF2-40B4-BE49-F238E27FC236}">
                <a16:creationId xmlns:a16="http://schemas.microsoft.com/office/drawing/2014/main" id="{9AEA1138-AFE6-9436-828C-D13F631BDE67}"/>
              </a:ext>
            </a:extLst>
          </p:cNvPr>
          <p:cNvCxnSpPr>
            <a:cxnSpLocks/>
          </p:cNvCxnSpPr>
          <p:nvPr/>
        </p:nvCxnSpPr>
        <p:spPr>
          <a:xfrm flipV="1">
            <a:off x="3486423" y="5354702"/>
            <a:ext cx="1185039" cy="300170"/>
          </a:xfrm>
          <a:prstGeom prst="bentConnector3">
            <a:avLst>
              <a:gd name="adj1" fmla="val 41159"/>
            </a:avLst>
          </a:prstGeom>
          <a:ln w="15875"/>
        </p:spPr>
        <p:style>
          <a:lnRef idx="1">
            <a:schemeClr val="accent1"/>
          </a:lnRef>
          <a:fillRef idx="0">
            <a:schemeClr val="accent1"/>
          </a:fillRef>
          <a:effectRef idx="0">
            <a:schemeClr val="accent1"/>
          </a:effectRef>
          <a:fontRef idx="minor">
            <a:schemeClr val="tx1"/>
          </a:fontRef>
        </p:style>
      </p:cxnSp>
      <p:pic>
        <p:nvPicPr>
          <p:cNvPr id="3080" name="図 3079">
            <a:extLst>
              <a:ext uri="{FF2B5EF4-FFF2-40B4-BE49-F238E27FC236}">
                <a16:creationId xmlns:a16="http://schemas.microsoft.com/office/drawing/2014/main" id="{EAC1B9E0-E293-6A22-A2FD-7029E403B963}"/>
              </a:ext>
            </a:extLst>
          </p:cNvPr>
          <p:cNvPicPr>
            <a:picLocks noChangeAspect="1"/>
          </p:cNvPicPr>
          <p:nvPr/>
        </p:nvPicPr>
        <p:blipFill>
          <a:blip r:embed="rId10"/>
          <a:stretch>
            <a:fillRect/>
          </a:stretch>
        </p:blipFill>
        <p:spPr>
          <a:xfrm>
            <a:off x="3410182" y="5233165"/>
            <a:ext cx="605581" cy="353799"/>
          </a:xfrm>
          <a:prstGeom prst="rect">
            <a:avLst/>
          </a:prstGeom>
        </p:spPr>
      </p:pic>
      <p:sp>
        <p:nvSpPr>
          <p:cNvPr id="38" name="正方形/長方形 37">
            <a:extLst>
              <a:ext uri="{FF2B5EF4-FFF2-40B4-BE49-F238E27FC236}">
                <a16:creationId xmlns:a16="http://schemas.microsoft.com/office/drawing/2014/main" id="{BADEE989-B9F9-853E-C7D4-6C337610F54F}"/>
              </a:ext>
            </a:extLst>
          </p:cNvPr>
          <p:cNvSpPr/>
          <p:nvPr/>
        </p:nvSpPr>
        <p:spPr>
          <a:xfrm>
            <a:off x="2746441" y="4609611"/>
            <a:ext cx="2030019" cy="1357460"/>
          </a:xfrm>
          <a:prstGeom prst="rect">
            <a:avLst/>
          </a:prstGeom>
          <a:solidFill>
            <a:schemeClr val="bg2">
              <a:alpha val="4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ja-JP" altLang="en-US" b="1" u="sng" dirty="0">
              <a:solidFill>
                <a:srgbClr val="009BC6"/>
              </a:solidFill>
            </a:endParaRPr>
          </a:p>
        </p:txBody>
      </p:sp>
      <p:sp>
        <p:nvSpPr>
          <p:cNvPr id="3225" name="矢印: 下カーブ 3224">
            <a:extLst>
              <a:ext uri="{FF2B5EF4-FFF2-40B4-BE49-F238E27FC236}">
                <a16:creationId xmlns:a16="http://schemas.microsoft.com/office/drawing/2014/main" id="{56CB2798-0AB2-A5CD-D482-5996C679372E}"/>
              </a:ext>
            </a:extLst>
          </p:cNvPr>
          <p:cNvSpPr/>
          <p:nvPr/>
        </p:nvSpPr>
        <p:spPr>
          <a:xfrm rot="10800000">
            <a:off x="780955" y="4363537"/>
            <a:ext cx="6576831" cy="1524061"/>
          </a:xfrm>
          <a:prstGeom prst="curvedDownArrow">
            <a:avLst>
              <a:gd name="adj1" fmla="val 40995"/>
              <a:gd name="adj2" fmla="val 67639"/>
              <a:gd name="adj3" fmla="val 30000"/>
            </a:avLst>
          </a:prstGeom>
          <a:solidFill>
            <a:schemeClr val="accent1">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chemeClr val="tx1"/>
              </a:solidFill>
            </a:endParaRPr>
          </a:p>
        </p:txBody>
      </p:sp>
      <p:cxnSp>
        <p:nvCxnSpPr>
          <p:cNvPr id="3087" name="直線矢印コネクタ 3086">
            <a:extLst>
              <a:ext uri="{FF2B5EF4-FFF2-40B4-BE49-F238E27FC236}">
                <a16:creationId xmlns:a16="http://schemas.microsoft.com/office/drawing/2014/main" id="{0EEB2E85-D0D3-6D50-C5E6-AE878D554B8D}"/>
              </a:ext>
            </a:extLst>
          </p:cNvPr>
          <p:cNvCxnSpPr>
            <a:cxnSpLocks/>
          </p:cNvCxnSpPr>
          <p:nvPr/>
        </p:nvCxnSpPr>
        <p:spPr>
          <a:xfrm>
            <a:off x="1424331" y="4679849"/>
            <a:ext cx="1133984" cy="445719"/>
          </a:xfrm>
          <a:prstGeom prst="straightConnector1">
            <a:avLst/>
          </a:prstGeom>
          <a:ln w="44450">
            <a:solidFill>
              <a:schemeClr val="accent5">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098" name="直線矢印コネクタ 3097">
            <a:extLst>
              <a:ext uri="{FF2B5EF4-FFF2-40B4-BE49-F238E27FC236}">
                <a16:creationId xmlns:a16="http://schemas.microsoft.com/office/drawing/2014/main" id="{560C379A-57DD-7A3E-F2B1-0D32B3A8481A}"/>
              </a:ext>
            </a:extLst>
          </p:cNvPr>
          <p:cNvCxnSpPr>
            <a:cxnSpLocks/>
          </p:cNvCxnSpPr>
          <p:nvPr/>
        </p:nvCxnSpPr>
        <p:spPr>
          <a:xfrm flipH="1" flipV="1">
            <a:off x="1315225" y="4935277"/>
            <a:ext cx="1216174" cy="471762"/>
          </a:xfrm>
          <a:prstGeom prst="straightConnector1">
            <a:avLst/>
          </a:prstGeom>
          <a:ln w="44450">
            <a:solidFill>
              <a:schemeClr val="accent5">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114" name="直線矢印コネクタ 3113">
            <a:extLst>
              <a:ext uri="{FF2B5EF4-FFF2-40B4-BE49-F238E27FC236}">
                <a16:creationId xmlns:a16="http://schemas.microsoft.com/office/drawing/2014/main" id="{E2675069-8BDF-D9AE-21DA-99C79A43710F}"/>
              </a:ext>
            </a:extLst>
          </p:cNvPr>
          <p:cNvCxnSpPr>
            <a:cxnSpLocks/>
          </p:cNvCxnSpPr>
          <p:nvPr/>
        </p:nvCxnSpPr>
        <p:spPr>
          <a:xfrm flipV="1">
            <a:off x="4890678" y="4672343"/>
            <a:ext cx="827382" cy="381322"/>
          </a:xfrm>
          <a:prstGeom prst="straightConnector1">
            <a:avLst/>
          </a:prstGeom>
          <a:ln w="44450">
            <a:solidFill>
              <a:schemeClr val="accent5">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115" name="直線矢印コネクタ 3114">
            <a:extLst>
              <a:ext uri="{FF2B5EF4-FFF2-40B4-BE49-F238E27FC236}">
                <a16:creationId xmlns:a16="http://schemas.microsoft.com/office/drawing/2014/main" id="{6A69CDD2-5EB2-578D-23AC-A5D252C25D2B}"/>
              </a:ext>
            </a:extLst>
          </p:cNvPr>
          <p:cNvCxnSpPr>
            <a:cxnSpLocks/>
          </p:cNvCxnSpPr>
          <p:nvPr/>
        </p:nvCxnSpPr>
        <p:spPr>
          <a:xfrm flipH="1">
            <a:off x="4878181" y="4957789"/>
            <a:ext cx="893238" cy="414806"/>
          </a:xfrm>
          <a:prstGeom prst="straightConnector1">
            <a:avLst/>
          </a:prstGeom>
          <a:ln w="44450">
            <a:solidFill>
              <a:schemeClr val="accent5">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135" name="テキスト ボックス 3134">
            <a:extLst>
              <a:ext uri="{FF2B5EF4-FFF2-40B4-BE49-F238E27FC236}">
                <a16:creationId xmlns:a16="http://schemas.microsoft.com/office/drawing/2014/main" id="{48CB7628-E116-3FE2-E281-555C588E5BFA}"/>
              </a:ext>
            </a:extLst>
          </p:cNvPr>
          <p:cNvSpPr txBox="1"/>
          <p:nvPr/>
        </p:nvSpPr>
        <p:spPr>
          <a:xfrm>
            <a:off x="5969771" y="3427114"/>
            <a:ext cx="968824" cy="246221"/>
          </a:xfrm>
          <a:prstGeom prst="rect">
            <a:avLst/>
          </a:prstGeom>
          <a:noFill/>
        </p:spPr>
        <p:txBody>
          <a:bodyPr wrap="square" rtlCol="0">
            <a:spAutoFit/>
          </a:bodyPr>
          <a:lstStyle/>
          <a:p>
            <a:r>
              <a:rPr kumimoji="1" lang="ja-JP" altLang="en-US" sz="1000" dirty="0">
                <a:solidFill>
                  <a:schemeClr val="tx2"/>
                </a:solidFill>
              </a:rPr>
              <a:t>非構造化情報</a:t>
            </a:r>
          </a:p>
        </p:txBody>
      </p:sp>
      <p:sp>
        <p:nvSpPr>
          <p:cNvPr id="3264" name="テキスト ボックス 3263">
            <a:extLst>
              <a:ext uri="{FF2B5EF4-FFF2-40B4-BE49-F238E27FC236}">
                <a16:creationId xmlns:a16="http://schemas.microsoft.com/office/drawing/2014/main" id="{EA25DC7D-B64B-96E9-F4BA-07CFE26AEDC9}"/>
              </a:ext>
            </a:extLst>
          </p:cNvPr>
          <p:cNvSpPr txBox="1"/>
          <p:nvPr/>
        </p:nvSpPr>
        <p:spPr>
          <a:xfrm>
            <a:off x="7284525" y="3412692"/>
            <a:ext cx="968824" cy="246221"/>
          </a:xfrm>
          <a:prstGeom prst="rect">
            <a:avLst/>
          </a:prstGeom>
          <a:noFill/>
        </p:spPr>
        <p:txBody>
          <a:bodyPr wrap="square" rtlCol="0">
            <a:spAutoFit/>
          </a:bodyPr>
          <a:lstStyle/>
          <a:p>
            <a:r>
              <a:rPr kumimoji="1" lang="ja-JP" altLang="en-US" sz="1000" dirty="0">
                <a:solidFill>
                  <a:schemeClr val="tx2"/>
                </a:solidFill>
              </a:rPr>
              <a:t>構造化情報</a:t>
            </a:r>
          </a:p>
        </p:txBody>
      </p:sp>
      <p:sp>
        <p:nvSpPr>
          <p:cNvPr id="12" name="正方形/長方形 11">
            <a:extLst>
              <a:ext uri="{FF2B5EF4-FFF2-40B4-BE49-F238E27FC236}">
                <a16:creationId xmlns:a16="http://schemas.microsoft.com/office/drawing/2014/main" id="{3C76FF33-B4C6-F701-3FE1-CEC5E70D5BE1}"/>
              </a:ext>
            </a:extLst>
          </p:cNvPr>
          <p:cNvSpPr/>
          <p:nvPr/>
        </p:nvSpPr>
        <p:spPr>
          <a:xfrm>
            <a:off x="2727204" y="2895459"/>
            <a:ext cx="1426182" cy="381657"/>
          </a:xfrm>
          <a:prstGeom prst="rect">
            <a:avLst/>
          </a:prstGeom>
          <a:solidFill>
            <a:schemeClr val="bg2">
              <a:alpha val="4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ja-JP" altLang="en-US" b="1" u="sng" dirty="0">
              <a:solidFill>
                <a:srgbClr val="009BC6"/>
              </a:solidFill>
            </a:endParaRPr>
          </a:p>
        </p:txBody>
      </p:sp>
      <p:sp>
        <p:nvSpPr>
          <p:cNvPr id="46" name="テキスト ボックス 45">
            <a:extLst>
              <a:ext uri="{FF2B5EF4-FFF2-40B4-BE49-F238E27FC236}">
                <a16:creationId xmlns:a16="http://schemas.microsoft.com/office/drawing/2014/main" id="{C79EF5F1-7183-DDF9-EF68-1F5FF144CEDC}"/>
              </a:ext>
            </a:extLst>
          </p:cNvPr>
          <p:cNvSpPr txBox="1"/>
          <p:nvPr/>
        </p:nvSpPr>
        <p:spPr>
          <a:xfrm>
            <a:off x="2327374" y="1750613"/>
            <a:ext cx="366075" cy="400110"/>
          </a:xfrm>
          <a:prstGeom prst="rect">
            <a:avLst/>
          </a:prstGeom>
          <a:noFill/>
        </p:spPr>
        <p:txBody>
          <a:bodyPr wrap="square" rtlCol="0">
            <a:spAutoFit/>
          </a:bodyPr>
          <a:lstStyle/>
          <a:p>
            <a:r>
              <a:rPr kumimoji="1" lang="ja-JP" altLang="en-US" sz="2000" b="1" dirty="0">
                <a:solidFill>
                  <a:schemeClr val="bg2">
                    <a:lumMod val="50000"/>
                  </a:schemeClr>
                </a:solidFill>
              </a:rPr>
              <a:t>①</a:t>
            </a:r>
          </a:p>
        </p:txBody>
      </p:sp>
      <p:sp>
        <p:nvSpPr>
          <p:cNvPr id="47" name="テキスト ボックス 46">
            <a:extLst>
              <a:ext uri="{FF2B5EF4-FFF2-40B4-BE49-F238E27FC236}">
                <a16:creationId xmlns:a16="http://schemas.microsoft.com/office/drawing/2014/main" id="{B34567A8-4C27-1F77-0AEC-88AF88672A57}"/>
              </a:ext>
            </a:extLst>
          </p:cNvPr>
          <p:cNvSpPr txBox="1"/>
          <p:nvPr/>
        </p:nvSpPr>
        <p:spPr>
          <a:xfrm>
            <a:off x="2328207" y="2527147"/>
            <a:ext cx="366075" cy="400110"/>
          </a:xfrm>
          <a:prstGeom prst="rect">
            <a:avLst/>
          </a:prstGeom>
          <a:noFill/>
        </p:spPr>
        <p:txBody>
          <a:bodyPr wrap="square" rtlCol="0">
            <a:spAutoFit/>
          </a:bodyPr>
          <a:lstStyle/>
          <a:p>
            <a:r>
              <a:rPr kumimoji="1" lang="ja-JP" altLang="en-US" sz="2000" b="1" dirty="0">
                <a:solidFill>
                  <a:schemeClr val="bg2">
                    <a:lumMod val="50000"/>
                  </a:schemeClr>
                </a:solidFill>
              </a:rPr>
              <a:t>②</a:t>
            </a:r>
          </a:p>
        </p:txBody>
      </p:sp>
      <p:sp>
        <p:nvSpPr>
          <p:cNvPr id="48" name="テキスト ボックス 47">
            <a:extLst>
              <a:ext uri="{FF2B5EF4-FFF2-40B4-BE49-F238E27FC236}">
                <a16:creationId xmlns:a16="http://schemas.microsoft.com/office/drawing/2014/main" id="{07FFC5D8-E756-6A4F-6D68-A15956945176}"/>
              </a:ext>
            </a:extLst>
          </p:cNvPr>
          <p:cNvSpPr txBox="1"/>
          <p:nvPr/>
        </p:nvSpPr>
        <p:spPr>
          <a:xfrm>
            <a:off x="2329983" y="3325682"/>
            <a:ext cx="366075" cy="400110"/>
          </a:xfrm>
          <a:prstGeom prst="rect">
            <a:avLst/>
          </a:prstGeom>
          <a:noFill/>
        </p:spPr>
        <p:txBody>
          <a:bodyPr wrap="square" rtlCol="0">
            <a:spAutoFit/>
          </a:bodyPr>
          <a:lstStyle/>
          <a:p>
            <a:r>
              <a:rPr kumimoji="1" lang="ja-JP" altLang="en-US" sz="2000" b="1" dirty="0">
                <a:solidFill>
                  <a:schemeClr val="bg2">
                    <a:lumMod val="50000"/>
                  </a:schemeClr>
                </a:solidFill>
              </a:rPr>
              <a:t>③</a:t>
            </a:r>
          </a:p>
        </p:txBody>
      </p:sp>
      <p:sp>
        <p:nvSpPr>
          <p:cNvPr id="49" name="テキスト ボックス 48">
            <a:extLst>
              <a:ext uri="{FF2B5EF4-FFF2-40B4-BE49-F238E27FC236}">
                <a16:creationId xmlns:a16="http://schemas.microsoft.com/office/drawing/2014/main" id="{97A107C1-D76A-CD55-047F-0C76F62F550A}"/>
              </a:ext>
            </a:extLst>
          </p:cNvPr>
          <p:cNvSpPr txBox="1"/>
          <p:nvPr/>
        </p:nvSpPr>
        <p:spPr>
          <a:xfrm>
            <a:off x="2334241" y="4215846"/>
            <a:ext cx="366075" cy="400110"/>
          </a:xfrm>
          <a:prstGeom prst="rect">
            <a:avLst/>
          </a:prstGeom>
          <a:noFill/>
        </p:spPr>
        <p:txBody>
          <a:bodyPr wrap="square" rtlCol="0">
            <a:spAutoFit/>
          </a:bodyPr>
          <a:lstStyle/>
          <a:p>
            <a:r>
              <a:rPr kumimoji="1" lang="ja-JP" altLang="en-US" sz="2000" b="1" dirty="0">
                <a:solidFill>
                  <a:schemeClr val="tx2"/>
                </a:solidFill>
              </a:rPr>
              <a:t>④</a:t>
            </a:r>
          </a:p>
        </p:txBody>
      </p:sp>
      <p:cxnSp>
        <p:nvCxnSpPr>
          <p:cNvPr id="57" name="直線矢印コネクタ 56">
            <a:extLst>
              <a:ext uri="{FF2B5EF4-FFF2-40B4-BE49-F238E27FC236}">
                <a16:creationId xmlns:a16="http://schemas.microsoft.com/office/drawing/2014/main" id="{9EBBE4FB-7E0B-C614-FADC-17AF05963B0B}"/>
              </a:ext>
            </a:extLst>
          </p:cNvPr>
          <p:cNvCxnSpPr>
            <a:cxnSpLocks/>
          </p:cNvCxnSpPr>
          <p:nvPr/>
        </p:nvCxnSpPr>
        <p:spPr>
          <a:xfrm flipV="1">
            <a:off x="1265896" y="2342996"/>
            <a:ext cx="1279263" cy="982686"/>
          </a:xfrm>
          <a:prstGeom prst="straightConnector1">
            <a:avLst/>
          </a:prstGeom>
          <a:ln w="44450">
            <a:solidFill>
              <a:schemeClr val="bg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2" name="直線矢印コネクタ 61">
            <a:extLst>
              <a:ext uri="{FF2B5EF4-FFF2-40B4-BE49-F238E27FC236}">
                <a16:creationId xmlns:a16="http://schemas.microsoft.com/office/drawing/2014/main" id="{ED2A0741-3D35-905D-6357-82655D271A66}"/>
              </a:ext>
            </a:extLst>
          </p:cNvPr>
          <p:cNvCxnSpPr>
            <a:cxnSpLocks/>
          </p:cNvCxnSpPr>
          <p:nvPr/>
        </p:nvCxnSpPr>
        <p:spPr>
          <a:xfrm flipV="1">
            <a:off x="1356206" y="3072023"/>
            <a:ext cx="1116461" cy="478201"/>
          </a:xfrm>
          <a:prstGeom prst="straightConnector1">
            <a:avLst/>
          </a:prstGeom>
          <a:ln w="44450">
            <a:solidFill>
              <a:schemeClr val="bg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137" name="直線矢印コネクタ 3136">
            <a:extLst>
              <a:ext uri="{FF2B5EF4-FFF2-40B4-BE49-F238E27FC236}">
                <a16:creationId xmlns:a16="http://schemas.microsoft.com/office/drawing/2014/main" id="{DA50A79E-3FE7-61C9-48B8-787809E8E853}"/>
              </a:ext>
            </a:extLst>
          </p:cNvPr>
          <p:cNvCxnSpPr>
            <a:cxnSpLocks/>
          </p:cNvCxnSpPr>
          <p:nvPr/>
        </p:nvCxnSpPr>
        <p:spPr>
          <a:xfrm flipH="1">
            <a:off x="1335075" y="3842963"/>
            <a:ext cx="1175336" cy="10610"/>
          </a:xfrm>
          <a:prstGeom prst="straightConnector1">
            <a:avLst/>
          </a:prstGeom>
          <a:ln w="44450">
            <a:solidFill>
              <a:schemeClr val="bg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143" name="直線矢印コネクタ 3142">
            <a:extLst>
              <a:ext uri="{FF2B5EF4-FFF2-40B4-BE49-F238E27FC236}">
                <a16:creationId xmlns:a16="http://schemas.microsoft.com/office/drawing/2014/main" id="{29646C0B-F141-6B4E-BE0F-C2354D576810}"/>
              </a:ext>
            </a:extLst>
          </p:cNvPr>
          <p:cNvCxnSpPr>
            <a:cxnSpLocks/>
          </p:cNvCxnSpPr>
          <p:nvPr/>
        </p:nvCxnSpPr>
        <p:spPr>
          <a:xfrm>
            <a:off x="4301537" y="2252028"/>
            <a:ext cx="1436009" cy="740197"/>
          </a:xfrm>
          <a:prstGeom prst="straightConnector1">
            <a:avLst/>
          </a:prstGeom>
          <a:ln w="44450">
            <a:solidFill>
              <a:schemeClr val="bg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145" name="直線矢印コネクタ 3144">
            <a:extLst>
              <a:ext uri="{FF2B5EF4-FFF2-40B4-BE49-F238E27FC236}">
                <a16:creationId xmlns:a16="http://schemas.microsoft.com/office/drawing/2014/main" id="{581A90B7-03EB-8117-BDD6-9B8A33657B9F}"/>
              </a:ext>
            </a:extLst>
          </p:cNvPr>
          <p:cNvCxnSpPr>
            <a:cxnSpLocks/>
          </p:cNvCxnSpPr>
          <p:nvPr/>
        </p:nvCxnSpPr>
        <p:spPr>
          <a:xfrm>
            <a:off x="4330283" y="3020025"/>
            <a:ext cx="1377702" cy="257091"/>
          </a:xfrm>
          <a:prstGeom prst="straightConnector1">
            <a:avLst/>
          </a:prstGeom>
          <a:ln w="44450">
            <a:solidFill>
              <a:schemeClr val="bg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150" name="直線矢印コネクタ 3149">
            <a:extLst>
              <a:ext uri="{FF2B5EF4-FFF2-40B4-BE49-F238E27FC236}">
                <a16:creationId xmlns:a16="http://schemas.microsoft.com/office/drawing/2014/main" id="{93CBC9CB-0EFD-E319-737D-BE806F8856B7}"/>
              </a:ext>
            </a:extLst>
          </p:cNvPr>
          <p:cNvCxnSpPr>
            <a:cxnSpLocks/>
          </p:cNvCxnSpPr>
          <p:nvPr/>
        </p:nvCxnSpPr>
        <p:spPr>
          <a:xfrm flipH="1">
            <a:off x="4372580" y="3706819"/>
            <a:ext cx="1316699" cy="80239"/>
          </a:xfrm>
          <a:prstGeom prst="straightConnector1">
            <a:avLst/>
          </a:prstGeom>
          <a:ln w="44450">
            <a:solidFill>
              <a:schemeClr val="bg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178" name="雲 3177">
            <a:extLst>
              <a:ext uri="{FF2B5EF4-FFF2-40B4-BE49-F238E27FC236}">
                <a16:creationId xmlns:a16="http://schemas.microsoft.com/office/drawing/2014/main" id="{FE013B92-107D-43F2-0715-247986E0A496}"/>
              </a:ext>
            </a:extLst>
          </p:cNvPr>
          <p:cNvSpPr/>
          <p:nvPr/>
        </p:nvSpPr>
        <p:spPr>
          <a:xfrm>
            <a:off x="8864095" y="2834339"/>
            <a:ext cx="3245658" cy="1993871"/>
          </a:xfrm>
          <a:prstGeom prst="cloud">
            <a:avLst/>
          </a:prstGeom>
          <a:solidFill>
            <a:schemeClr val="accent1">
              <a:lumMod val="40000"/>
              <a:lumOff val="60000"/>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rtlCol="0" anchor="ctr"/>
          <a:lstStyle/>
          <a:p>
            <a:pPr marL="171450" indent="-171450">
              <a:buFont typeface="Wingdings" panose="05000000000000000000" pitchFamily="2" charset="2"/>
              <a:buChar char="Ø"/>
            </a:pPr>
            <a:r>
              <a:rPr kumimoji="1" lang="ja-JP" altLang="en-US" sz="1000" dirty="0">
                <a:solidFill>
                  <a:srgbClr val="009BC6"/>
                </a:solidFill>
              </a:rPr>
              <a:t>構造化はマスト？</a:t>
            </a:r>
            <a:br>
              <a:rPr kumimoji="1" lang="ja-JP" altLang="en-US" sz="1000" dirty="0">
                <a:solidFill>
                  <a:srgbClr val="009BC6"/>
                </a:solidFill>
              </a:rPr>
            </a:br>
            <a:r>
              <a:rPr kumimoji="1" lang="ja-JP" altLang="en-US" sz="1000" dirty="0">
                <a:solidFill>
                  <a:srgbClr val="009BC6"/>
                </a:solidFill>
              </a:rPr>
              <a:t>→ 必要な時に、必要な領域を、必要な分だけ</a:t>
            </a:r>
          </a:p>
          <a:p>
            <a:endParaRPr kumimoji="1" lang="ja-JP" altLang="en-US" sz="1000" dirty="0">
              <a:solidFill>
                <a:srgbClr val="009BC6"/>
              </a:solidFill>
            </a:endParaRPr>
          </a:p>
          <a:p>
            <a:pPr marL="171450" indent="-171450">
              <a:buFont typeface="Wingdings" panose="05000000000000000000" pitchFamily="2" charset="2"/>
              <a:buChar char="Ø"/>
            </a:pPr>
            <a:r>
              <a:rPr kumimoji="1" lang="en-US" altLang="ja-JP" sz="1000" dirty="0">
                <a:solidFill>
                  <a:srgbClr val="009BC6"/>
                </a:solidFill>
              </a:rPr>
              <a:t>“</a:t>
            </a:r>
            <a:r>
              <a:rPr kumimoji="1" lang="ja-JP" altLang="en-US" sz="1000" dirty="0">
                <a:solidFill>
                  <a:srgbClr val="009BC6"/>
                </a:solidFill>
              </a:rPr>
              <a:t>将来</a:t>
            </a:r>
            <a:r>
              <a:rPr lang="en-US" altLang="ja-JP" sz="1000" dirty="0">
                <a:solidFill>
                  <a:srgbClr val="009BC6"/>
                </a:solidFill>
              </a:rPr>
              <a:t>”</a:t>
            </a:r>
            <a:r>
              <a:rPr kumimoji="1" lang="ja-JP" altLang="en-US" sz="1000" dirty="0">
                <a:solidFill>
                  <a:srgbClr val="009BC6"/>
                </a:solidFill>
              </a:rPr>
              <a:t>のために構造化？</a:t>
            </a:r>
            <a:br>
              <a:rPr kumimoji="1" lang="ja-JP" altLang="en-US" sz="1000" dirty="0">
                <a:solidFill>
                  <a:srgbClr val="009BC6"/>
                </a:solidFill>
              </a:rPr>
            </a:br>
            <a:r>
              <a:rPr kumimoji="1" lang="ja-JP" altLang="en-US" sz="1000" dirty="0">
                <a:solidFill>
                  <a:srgbClr val="009BC6"/>
                </a:solidFill>
              </a:rPr>
              <a:t>→ </a:t>
            </a:r>
            <a:r>
              <a:rPr kumimoji="1" lang="en-US" altLang="ja-JP" sz="1000" dirty="0">
                <a:solidFill>
                  <a:srgbClr val="009BC6"/>
                </a:solidFill>
              </a:rPr>
              <a:t>“</a:t>
            </a:r>
            <a:r>
              <a:rPr kumimoji="1" lang="ja-JP" altLang="en-US" sz="1000" dirty="0">
                <a:solidFill>
                  <a:srgbClr val="009BC6"/>
                </a:solidFill>
              </a:rPr>
              <a:t>今</a:t>
            </a:r>
            <a:r>
              <a:rPr lang="en-US" altLang="ja-JP" sz="1000" dirty="0">
                <a:solidFill>
                  <a:srgbClr val="009BC6"/>
                </a:solidFill>
              </a:rPr>
              <a:t>”</a:t>
            </a:r>
            <a:r>
              <a:rPr kumimoji="1" lang="ja-JP" altLang="en-US" sz="1000" dirty="0">
                <a:solidFill>
                  <a:srgbClr val="009BC6"/>
                </a:solidFill>
              </a:rPr>
              <a:t>の目的のために構造化し、</a:t>
            </a:r>
            <a:r>
              <a:rPr kumimoji="1" lang="en-US" altLang="ja-JP" sz="1000" dirty="0">
                <a:solidFill>
                  <a:srgbClr val="009BC6"/>
                </a:solidFill>
              </a:rPr>
              <a:t>”</a:t>
            </a:r>
            <a:r>
              <a:rPr kumimoji="1" lang="ja-JP" altLang="en-US" sz="1000" dirty="0">
                <a:solidFill>
                  <a:srgbClr val="009BC6"/>
                </a:solidFill>
              </a:rPr>
              <a:t>今</a:t>
            </a:r>
            <a:r>
              <a:rPr lang="en-US" altLang="ja-JP" sz="1000" dirty="0">
                <a:solidFill>
                  <a:srgbClr val="009BC6"/>
                </a:solidFill>
              </a:rPr>
              <a:t>”</a:t>
            </a:r>
            <a:r>
              <a:rPr kumimoji="1" lang="ja-JP" altLang="en-US" sz="1000" dirty="0">
                <a:solidFill>
                  <a:srgbClr val="009BC6"/>
                </a:solidFill>
              </a:rPr>
              <a:t>効果を感じる</a:t>
            </a:r>
          </a:p>
          <a:p>
            <a:endParaRPr kumimoji="1" lang="ja-JP" altLang="en-US" sz="1000" dirty="0">
              <a:solidFill>
                <a:srgbClr val="009BC6"/>
              </a:solidFill>
            </a:endParaRPr>
          </a:p>
          <a:p>
            <a:pPr marL="171450" indent="-171450">
              <a:buFont typeface="Wingdings" panose="05000000000000000000" pitchFamily="2" charset="2"/>
              <a:buChar char="Ø"/>
            </a:pPr>
            <a:r>
              <a:rPr kumimoji="1" lang="ja-JP" altLang="en-US" sz="1000" dirty="0">
                <a:solidFill>
                  <a:srgbClr val="009BC6"/>
                </a:solidFill>
              </a:rPr>
              <a:t>経験が少ないメンバは教育から？</a:t>
            </a:r>
            <a:br>
              <a:rPr kumimoji="1" lang="ja-JP" altLang="en-US" sz="1000" dirty="0">
                <a:solidFill>
                  <a:srgbClr val="009BC6"/>
                </a:solidFill>
              </a:rPr>
            </a:br>
            <a:r>
              <a:rPr kumimoji="1" lang="ja-JP" altLang="en-US" sz="1000" dirty="0">
                <a:solidFill>
                  <a:srgbClr val="009BC6"/>
                </a:solidFill>
              </a:rPr>
              <a:t>→ 構造化の過程で、システムとの対話を通して成長</a:t>
            </a:r>
          </a:p>
        </p:txBody>
      </p:sp>
      <p:sp>
        <p:nvSpPr>
          <p:cNvPr id="3179" name="テキスト ボックス 3178">
            <a:extLst>
              <a:ext uri="{FF2B5EF4-FFF2-40B4-BE49-F238E27FC236}">
                <a16:creationId xmlns:a16="http://schemas.microsoft.com/office/drawing/2014/main" id="{22BFD86A-956C-7A3C-AD9E-0C24E4F51D36}"/>
              </a:ext>
            </a:extLst>
          </p:cNvPr>
          <p:cNvSpPr txBox="1"/>
          <p:nvPr/>
        </p:nvSpPr>
        <p:spPr>
          <a:xfrm>
            <a:off x="8961108" y="1632288"/>
            <a:ext cx="3297340" cy="653769"/>
          </a:xfrm>
          <a:prstGeom prst="rect">
            <a:avLst/>
          </a:prstGeom>
          <a:noFill/>
        </p:spPr>
        <p:txBody>
          <a:bodyPr wrap="square" rtlCol="0">
            <a:spAutoFit/>
          </a:bodyPr>
          <a:lstStyle/>
          <a:p>
            <a:pPr>
              <a:lnSpc>
                <a:spcPct val="150000"/>
              </a:lnSpc>
            </a:pPr>
            <a:r>
              <a:rPr kumimoji="1" lang="ja-JP" altLang="en-US" sz="1400" u="sng" dirty="0">
                <a:solidFill>
                  <a:schemeClr val="tx2"/>
                </a:solidFill>
              </a:rPr>
              <a:t>④ 構造化ツール</a:t>
            </a:r>
            <a:endParaRPr kumimoji="1" lang="en-US" altLang="ja-JP" sz="1400" u="sng" dirty="0">
              <a:solidFill>
                <a:schemeClr val="tx2"/>
              </a:solidFill>
            </a:endParaRPr>
          </a:p>
          <a:p>
            <a:pPr>
              <a:lnSpc>
                <a:spcPct val="150000"/>
              </a:lnSpc>
            </a:pPr>
            <a:r>
              <a:rPr lang="ja-JP" altLang="en-US" sz="1200" dirty="0">
                <a:solidFill>
                  <a:schemeClr val="tx2"/>
                </a:solidFill>
              </a:rPr>
              <a:t>設計情報を、</a:t>
            </a:r>
            <a:r>
              <a:rPr kumimoji="1" lang="ja-JP" altLang="en-US" sz="1200" dirty="0">
                <a:solidFill>
                  <a:schemeClr val="tx2"/>
                </a:solidFill>
              </a:rPr>
              <a:t>より使える情報に </a:t>
            </a:r>
            <a:r>
              <a:rPr kumimoji="1" lang="en-US" altLang="ja-JP" sz="1200" b="1" dirty="0">
                <a:solidFill>
                  <a:schemeClr val="tx2"/>
                </a:solidFill>
              </a:rPr>
              <a:t>“</a:t>
            </a:r>
            <a:r>
              <a:rPr kumimoji="1" lang="ja-JP" altLang="en-US" sz="1200" b="1" dirty="0">
                <a:solidFill>
                  <a:schemeClr val="tx2"/>
                </a:solidFill>
              </a:rPr>
              <a:t>育てる</a:t>
            </a:r>
            <a:r>
              <a:rPr kumimoji="1" lang="en-US" altLang="ja-JP" sz="1200" b="1" dirty="0">
                <a:solidFill>
                  <a:schemeClr val="tx2"/>
                </a:solidFill>
              </a:rPr>
              <a:t>”</a:t>
            </a:r>
            <a:endParaRPr kumimoji="1" lang="ja-JP" altLang="en-US" sz="1200" b="1" dirty="0">
              <a:solidFill>
                <a:schemeClr val="tx2"/>
              </a:solidFill>
            </a:endParaRPr>
          </a:p>
        </p:txBody>
      </p:sp>
    </p:spTree>
    <p:extLst>
      <p:ext uri="{BB962C8B-B14F-4D97-AF65-F5344CB8AC3E}">
        <p14:creationId xmlns:p14="http://schemas.microsoft.com/office/powerpoint/2010/main" val="9848802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BF60F3C-9063-29F8-AA0B-987F7ABA5D17}"/>
              </a:ext>
            </a:extLst>
          </p:cNvPr>
          <p:cNvSpPr>
            <a:spLocks noGrp="1"/>
          </p:cNvSpPr>
          <p:nvPr>
            <p:ph type="title"/>
          </p:nvPr>
        </p:nvSpPr>
        <p:spPr>
          <a:xfrm>
            <a:off x="0" y="264004"/>
            <a:ext cx="12203113" cy="371819"/>
          </a:xfrm>
        </p:spPr>
        <p:txBody>
          <a:bodyPr>
            <a:normAutofit fontScale="90000"/>
          </a:bodyPr>
          <a:lstStyle/>
          <a:p>
            <a:r>
              <a:rPr lang="ja-JP" altLang="en-US" dirty="0">
                <a:latin typeface="Meiryo UI" panose="020B0604030504040204" pitchFamily="50" charset="-128"/>
                <a:ea typeface="Meiryo UI" panose="020B0604030504040204" pitchFamily="50" charset="-128"/>
              </a:rPr>
              <a:t> </a:t>
            </a:r>
            <a:r>
              <a:rPr lang="en-US" altLang="ja-JP" dirty="0">
                <a:latin typeface="Meiryo UI" panose="020B0604030504040204" pitchFamily="50" charset="-128"/>
                <a:ea typeface="Meiryo UI" panose="020B0604030504040204" pitchFamily="50" charset="-128"/>
              </a:rPr>
              <a:t>Step2 </a:t>
            </a:r>
            <a:r>
              <a:rPr lang="ja-JP" altLang="en-US" dirty="0">
                <a:latin typeface="Meiryo UI" panose="020B0604030504040204" pitchFamily="50" charset="-128"/>
                <a:ea typeface="Meiryo UI" panose="020B0604030504040204" pitchFamily="50" charset="-128"/>
              </a:rPr>
              <a:t>のゴール</a:t>
            </a:r>
            <a:endParaRPr kumimoji="1" lang="ja-JP" altLang="en-US" dirty="0">
              <a:latin typeface="Meiryo UI" panose="020B0604030504040204" pitchFamily="50" charset="-128"/>
              <a:ea typeface="Meiryo UI" panose="020B0604030504040204" pitchFamily="50" charset="-128"/>
            </a:endParaRPr>
          </a:p>
        </p:txBody>
      </p:sp>
      <p:sp>
        <p:nvSpPr>
          <p:cNvPr id="4" name="スライド番号プレースホルダー 3">
            <a:extLst>
              <a:ext uri="{FF2B5EF4-FFF2-40B4-BE49-F238E27FC236}">
                <a16:creationId xmlns:a16="http://schemas.microsoft.com/office/drawing/2014/main" id="{38D8C443-402F-F282-DB0A-FAA82B3EFC45}"/>
              </a:ext>
            </a:extLst>
          </p:cNvPr>
          <p:cNvSpPr>
            <a:spLocks noGrp="1"/>
          </p:cNvSpPr>
          <p:nvPr>
            <p:ph type="sldNum" sz="quarter" idx="4"/>
          </p:nvPr>
        </p:nvSpPr>
        <p:spPr>
          <a:xfrm>
            <a:off x="10981038" y="6389169"/>
            <a:ext cx="974124" cy="365125"/>
          </a:xfrm>
          <a:prstGeom prst="rect">
            <a:avLst/>
          </a:prstGeom>
        </p:spPr>
        <p:txBody>
          <a:bodyPr vert="horz" lIns="91440" tIns="45720" rIns="91440" bIns="45720" rtlCol="0" anchor="ctr"/>
          <a:lstStyle>
            <a:defPPr>
              <a:defRPr lang="ja-JP"/>
            </a:defPPr>
            <a:lvl1pPr marL="0" algn="r" defTabSz="914400" rtl="0" eaLnBrk="1" latinLnBrk="0" hangingPunct="1">
              <a:defRPr kumimoji="1" sz="1200" kern="1200">
                <a:solidFill>
                  <a:schemeClr val="bg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735A7A7C-BEC2-C94F-A7A0-F0086A0BE3BB}" type="slidenum">
              <a:rPr lang="ja-JP" altLang="en-US" smtClean="0"/>
              <a:pPr/>
              <a:t>15</a:t>
            </a:fld>
            <a:endParaRPr lang="ja-JP" altLang="en-US"/>
          </a:p>
        </p:txBody>
      </p:sp>
      <p:sp>
        <p:nvSpPr>
          <p:cNvPr id="5" name="フッター プレースホルダー 4">
            <a:extLst>
              <a:ext uri="{FF2B5EF4-FFF2-40B4-BE49-F238E27FC236}">
                <a16:creationId xmlns:a16="http://schemas.microsoft.com/office/drawing/2014/main" id="{394B5D0F-7032-676B-76D3-2AD731B3921C}"/>
              </a:ext>
            </a:extLst>
          </p:cNvPr>
          <p:cNvSpPr>
            <a:spLocks noGrp="1"/>
          </p:cNvSpPr>
          <p:nvPr>
            <p:ph type="ftr" sz="quarter" idx="3"/>
          </p:nvPr>
        </p:nvSpPr>
        <p:spPr>
          <a:xfrm>
            <a:off x="1821991" y="6362236"/>
            <a:ext cx="6338841" cy="365463"/>
          </a:xfrm>
        </p:spPr>
        <p:txBody>
          <a:bodyPr/>
          <a:lstStyle/>
          <a:p>
            <a:r>
              <a:rPr lang="ja-JP" altLang="en-US" sz="1000" dirty="0"/>
              <a:t>設計成果デジタル化の軽量運用企画</a:t>
            </a:r>
            <a:r>
              <a:rPr lang="ja-JP" altLang="en-US" dirty="0"/>
              <a:t>　／　株式会社デンソークリエイト</a:t>
            </a:r>
            <a:endParaRPr lang="en-US" altLang="ja-JP" dirty="0"/>
          </a:p>
          <a:p>
            <a:r>
              <a:rPr lang="en-US" altLang="ja-JP" sz="1050" dirty="0"/>
              <a:t>@ DENSO CREATE INC. ALL RIGHTS RESERVED</a:t>
            </a:r>
            <a:endParaRPr lang="ja-JP" altLang="en-US" sz="1050" dirty="0"/>
          </a:p>
        </p:txBody>
      </p:sp>
      <p:grpSp>
        <p:nvGrpSpPr>
          <p:cNvPr id="222" name="グループ化 221">
            <a:extLst>
              <a:ext uri="{FF2B5EF4-FFF2-40B4-BE49-F238E27FC236}">
                <a16:creationId xmlns:a16="http://schemas.microsoft.com/office/drawing/2014/main" id="{7543D317-B063-44F0-E585-F22C6B7BE6E8}"/>
              </a:ext>
            </a:extLst>
          </p:cNvPr>
          <p:cNvGrpSpPr/>
          <p:nvPr/>
        </p:nvGrpSpPr>
        <p:grpSpPr>
          <a:xfrm>
            <a:off x="199682" y="3473730"/>
            <a:ext cx="2693852" cy="2047527"/>
            <a:chOff x="249442" y="1525558"/>
            <a:chExt cx="2693852" cy="2047527"/>
          </a:xfrm>
        </p:grpSpPr>
        <p:sp>
          <p:nvSpPr>
            <p:cNvPr id="3" name="雲 2">
              <a:extLst>
                <a:ext uri="{FF2B5EF4-FFF2-40B4-BE49-F238E27FC236}">
                  <a16:creationId xmlns:a16="http://schemas.microsoft.com/office/drawing/2014/main" id="{E3719ECA-0B73-7BE6-98C9-8F0227B7FA40}"/>
                </a:ext>
              </a:extLst>
            </p:cNvPr>
            <p:cNvSpPr/>
            <p:nvPr/>
          </p:nvSpPr>
          <p:spPr>
            <a:xfrm>
              <a:off x="249442" y="1525558"/>
              <a:ext cx="2693852" cy="2047527"/>
            </a:xfrm>
            <a:prstGeom prst="cloud">
              <a:avLst/>
            </a:prstGeom>
            <a:solidFill>
              <a:schemeClr val="bg1">
                <a:lumMod val="95000"/>
              </a:schemeClr>
            </a:solid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59146DEC-C803-2A74-75EC-DA1F7B96D3DC}"/>
                </a:ext>
              </a:extLst>
            </p:cNvPr>
            <p:cNvSpPr txBox="1"/>
            <p:nvPr/>
          </p:nvSpPr>
          <p:spPr>
            <a:xfrm>
              <a:off x="1198913" y="1672713"/>
              <a:ext cx="1059851" cy="307777"/>
            </a:xfrm>
            <a:prstGeom prst="rect">
              <a:avLst/>
            </a:prstGeom>
            <a:noFill/>
          </p:spPr>
          <p:txBody>
            <a:bodyPr wrap="square" rtlCol="0">
              <a:spAutoFit/>
            </a:bodyPr>
            <a:lstStyle/>
            <a:p>
              <a:r>
                <a:rPr kumimoji="1" lang="en-US" altLang="ja-JP" sz="1400" b="1" dirty="0">
                  <a:solidFill>
                    <a:schemeClr val="tx2"/>
                  </a:solidFill>
                </a:rPr>
                <a:t>MRN</a:t>
              </a:r>
              <a:r>
                <a:rPr kumimoji="1" lang="ja-JP" altLang="en-US" sz="1400" b="1" dirty="0">
                  <a:solidFill>
                    <a:schemeClr val="tx2"/>
                  </a:solidFill>
                </a:rPr>
                <a:t>開発</a:t>
              </a:r>
            </a:p>
          </p:txBody>
        </p:sp>
        <p:sp>
          <p:nvSpPr>
            <p:cNvPr id="7" name="四角形: 角を丸くする 6">
              <a:extLst>
                <a:ext uri="{FF2B5EF4-FFF2-40B4-BE49-F238E27FC236}">
                  <a16:creationId xmlns:a16="http://schemas.microsoft.com/office/drawing/2014/main" id="{6F63591C-FC4F-BBE1-94BF-8D989E4C9034}"/>
                </a:ext>
              </a:extLst>
            </p:cNvPr>
            <p:cNvSpPr/>
            <p:nvPr/>
          </p:nvSpPr>
          <p:spPr>
            <a:xfrm>
              <a:off x="1297465" y="2073948"/>
              <a:ext cx="731428" cy="205232"/>
            </a:xfrm>
            <a:prstGeom prst="roundRect">
              <a:avLst/>
            </a:prstGeom>
            <a:solidFill>
              <a:srgbClr val="44B3E1"/>
            </a:solidFill>
            <a:ln w="15875">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000" dirty="0"/>
                <a:t>船システム</a:t>
              </a:r>
              <a:endParaRPr kumimoji="1" lang="ja-JP" altLang="en-US" sz="1000" dirty="0"/>
            </a:p>
          </p:txBody>
        </p:sp>
        <p:sp>
          <p:nvSpPr>
            <p:cNvPr id="8" name="四角形: 角を丸くする 7">
              <a:extLst>
                <a:ext uri="{FF2B5EF4-FFF2-40B4-BE49-F238E27FC236}">
                  <a16:creationId xmlns:a16="http://schemas.microsoft.com/office/drawing/2014/main" id="{A6F54994-A2ED-E2C3-8DC7-AF1DE7B2C5C9}"/>
                </a:ext>
              </a:extLst>
            </p:cNvPr>
            <p:cNvSpPr/>
            <p:nvPr/>
          </p:nvSpPr>
          <p:spPr>
            <a:xfrm>
              <a:off x="630169" y="2461630"/>
              <a:ext cx="667296" cy="219103"/>
            </a:xfrm>
            <a:prstGeom prst="roundRect">
              <a:avLst/>
            </a:prstGeom>
            <a:solidFill>
              <a:srgbClr val="44B3E1"/>
            </a:solidFill>
            <a:ln w="15875">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000" dirty="0"/>
                <a:t>X</a:t>
              </a:r>
              <a:r>
                <a:rPr lang="ja-JP" altLang="en-US" sz="1000" dirty="0"/>
                <a:t>システム</a:t>
              </a:r>
              <a:endParaRPr kumimoji="1" lang="ja-JP" altLang="en-US" sz="1000" dirty="0"/>
            </a:p>
          </p:txBody>
        </p:sp>
        <p:sp>
          <p:nvSpPr>
            <p:cNvPr id="9" name="四角形: 角を丸くする 8">
              <a:extLst>
                <a:ext uri="{FF2B5EF4-FFF2-40B4-BE49-F238E27FC236}">
                  <a16:creationId xmlns:a16="http://schemas.microsoft.com/office/drawing/2014/main" id="{94742C7E-7C0E-85A5-E8E0-129497ADFA88}"/>
                </a:ext>
              </a:extLst>
            </p:cNvPr>
            <p:cNvSpPr/>
            <p:nvPr/>
          </p:nvSpPr>
          <p:spPr>
            <a:xfrm>
              <a:off x="1580560" y="2475961"/>
              <a:ext cx="667296" cy="219103"/>
            </a:xfrm>
            <a:prstGeom prst="roundRect">
              <a:avLst/>
            </a:prstGeom>
            <a:solidFill>
              <a:schemeClr val="bg1">
                <a:lumMod val="6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000" dirty="0"/>
                <a:t>Y</a:t>
              </a:r>
              <a:r>
                <a:rPr lang="ja-JP" altLang="en-US" sz="1000" dirty="0"/>
                <a:t>システム</a:t>
              </a:r>
              <a:endParaRPr kumimoji="1" lang="ja-JP" altLang="en-US" sz="1000" dirty="0"/>
            </a:p>
          </p:txBody>
        </p:sp>
        <p:sp>
          <p:nvSpPr>
            <p:cNvPr id="10" name="四角形: 角を丸くする 9">
              <a:extLst>
                <a:ext uri="{FF2B5EF4-FFF2-40B4-BE49-F238E27FC236}">
                  <a16:creationId xmlns:a16="http://schemas.microsoft.com/office/drawing/2014/main" id="{E0CD080A-9516-410D-2417-E9CB90A7BF9A}"/>
                </a:ext>
              </a:extLst>
            </p:cNvPr>
            <p:cNvSpPr/>
            <p:nvPr/>
          </p:nvSpPr>
          <p:spPr>
            <a:xfrm>
              <a:off x="2439973" y="2470016"/>
              <a:ext cx="397149" cy="214414"/>
            </a:xfrm>
            <a:prstGeom prst="roundRect">
              <a:avLst/>
            </a:prstGeom>
            <a:solidFill>
              <a:schemeClr val="bg1">
                <a:lumMod val="6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US" altLang="ja-JP" sz="1100" dirty="0"/>
            </a:p>
          </p:txBody>
        </p:sp>
        <p:sp>
          <p:nvSpPr>
            <p:cNvPr id="11" name="四角形: 角を丸くする 10">
              <a:extLst>
                <a:ext uri="{FF2B5EF4-FFF2-40B4-BE49-F238E27FC236}">
                  <a16:creationId xmlns:a16="http://schemas.microsoft.com/office/drawing/2014/main" id="{C5230DF9-474D-E263-2FDF-298D0688A24D}"/>
                </a:ext>
              </a:extLst>
            </p:cNvPr>
            <p:cNvSpPr/>
            <p:nvPr/>
          </p:nvSpPr>
          <p:spPr>
            <a:xfrm>
              <a:off x="368504" y="2851247"/>
              <a:ext cx="419916" cy="219103"/>
            </a:xfrm>
            <a:prstGeom prst="roundRect">
              <a:avLst/>
            </a:prstGeom>
            <a:solidFill>
              <a:srgbClr val="44B3E1"/>
            </a:solidFill>
            <a:ln w="15875">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kumimoji="1" lang="ja-JP" altLang="en-US" sz="1100" dirty="0"/>
            </a:p>
          </p:txBody>
        </p:sp>
        <p:sp>
          <p:nvSpPr>
            <p:cNvPr id="12" name="四角形: 角を丸くする 11">
              <a:extLst>
                <a:ext uri="{FF2B5EF4-FFF2-40B4-BE49-F238E27FC236}">
                  <a16:creationId xmlns:a16="http://schemas.microsoft.com/office/drawing/2014/main" id="{6A0047C5-7C2F-5FDD-2EA7-A29D55341337}"/>
                </a:ext>
              </a:extLst>
            </p:cNvPr>
            <p:cNvSpPr/>
            <p:nvPr/>
          </p:nvSpPr>
          <p:spPr>
            <a:xfrm>
              <a:off x="941909" y="2851247"/>
              <a:ext cx="419916" cy="219103"/>
            </a:xfrm>
            <a:prstGeom prst="roundRect">
              <a:avLst/>
            </a:prstGeom>
            <a:solidFill>
              <a:srgbClr val="44B3E1"/>
            </a:solidFill>
            <a:ln w="15875">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kumimoji="1" lang="ja-JP" altLang="en-US" sz="1100" dirty="0"/>
            </a:p>
          </p:txBody>
        </p:sp>
        <p:sp>
          <p:nvSpPr>
            <p:cNvPr id="13" name="四角形: 角を丸くする 12">
              <a:extLst>
                <a:ext uri="{FF2B5EF4-FFF2-40B4-BE49-F238E27FC236}">
                  <a16:creationId xmlns:a16="http://schemas.microsoft.com/office/drawing/2014/main" id="{4D1195FA-89B2-A8B2-2A12-06F0270C370F}"/>
                </a:ext>
              </a:extLst>
            </p:cNvPr>
            <p:cNvSpPr/>
            <p:nvPr/>
          </p:nvSpPr>
          <p:spPr>
            <a:xfrm>
              <a:off x="943181" y="3226064"/>
              <a:ext cx="419916" cy="219103"/>
            </a:xfrm>
            <a:prstGeom prst="roundRect">
              <a:avLst/>
            </a:prstGeom>
            <a:solidFill>
              <a:srgbClr val="44B3E1"/>
            </a:solidFill>
            <a:ln w="15875">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kumimoji="1" lang="ja-JP" altLang="en-US" sz="1100" dirty="0"/>
            </a:p>
          </p:txBody>
        </p:sp>
        <p:sp>
          <p:nvSpPr>
            <p:cNvPr id="14" name="四角形: 角を丸くする 13">
              <a:extLst>
                <a:ext uri="{FF2B5EF4-FFF2-40B4-BE49-F238E27FC236}">
                  <a16:creationId xmlns:a16="http://schemas.microsoft.com/office/drawing/2014/main" id="{DB4EE98C-AAFC-2948-04AC-9E15AAD20AF0}"/>
                </a:ext>
              </a:extLst>
            </p:cNvPr>
            <p:cNvSpPr/>
            <p:nvPr/>
          </p:nvSpPr>
          <p:spPr>
            <a:xfrm>
              <a:off x="1484289" y="2851247"/>
              <a:ext cx="419916" cy="219103"/>
            </a:xfrm>
            <a:prstGeom prst="roundRect">
              <a:avLst/>
            </a:prstGeom>
            <a:solidFill>
              <a:schemeClr val="bg1">
                <a:lumMod val="6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kumimoji="1" lang="ja-JP" altLang="en-US" sz="1100" dirty="0"/>
            </a:p>
          </p:txBody>
        </p:sp>
        <p:sp>
          <p:nvSpPr>
            <p:cNvPr id="15" name="四角形: 角を丸くする 14">
              <a:extLst>
                <a:ext uri="{FF2B5EF4-FFF2-40B4-BE49-F238E27FC236}">
                  <a16:creationId xmlns:a16="http://schemas.microsoft.com/office/drawing/2014/main" id="{3A5F7EE6-2488-0C14-2230-2BA0A1889B0E}"/>
                </a:ext>
              </a:extLst>
            </p:cNvPr>
            <p:cNvSpPr/>
            <p:nvPr/>
          </p:nvSpPr>
          <p:spPr>
            <a:xfrm>
              <a:off x="1977685" y="2851247"/>
              <a:ext cx="419916" cy="219103"/>
            </a:xfrm>
            <a:prstGeom prst="roundRect">
              <a:avLst/>
            </a:prstGeom>
            <a:solidFill>
              <a:schemeClr val="bg1">
                <a:lumMod val="6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kumimoji="1" lang="ja-JP" altLang="en-US" sz="1100" dirty="0"/>
            </a:p>
          </p:txBody>
        </p:sp>
        <p:cxnSp>
          <p:nvCxnSpPr>
            <p:cNvPr id="17" name="直線コネクタ 16">
              <a:extLst>
                <a:ext uri="{FF2B5EF4-FFF2-40B4-BE49-F238E27FC236}">
                  <a16:creationId xmlns:a16="http://schemas.microsoft.com/office/drawing/2014/main" id="{33D12879-10A7-D3F8-BC48-8436B450142C}"/>
                </a:ext>
              </a:extLst>
            </p:cNvPr>
            <p:cNvCxnSpPr>
              <a:cxnSpLocks/>
              <a:stCxn id="7" idx="2"/>
              <a:endCxn id="8" idx="0"/>
            </p:cNvCxnSpPr>
            <p:nvPr/>
          </p:nvCxnSpPr>
          <p:spPr>
            <a:xfrm rot="5400000">
              <a:off x="1222273" y="2020724"/>
              <a:ext cx="182450" cy="699362"/>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18" name="直線コネクタ 16">
              <a:extLst>
                <a:ext uri="{FF2B5EF4-FFF2-40B4-BE49-F238E27FC236}">
                  <a16:creationId xmlns:a16="http://schemas.microsoft.com/office/drawing/2014/main" id="{CC25883E-1381-1A37-B955-15FE3D066A05}"/>
                </a:ext>
              </a:extLst>
            </p:cNvPr>
            <p:cNvCxnSpPr>
              <a:cxnSpLocks/>
              <a:stCxn id="7" idx="2"/>
              <a:endCxn id="9" idx="0"/>
            </p:cNvCxnSpPr>
            <p:nvPr/>
          </p:nvCxnSpPr>
          <p:spPr>
            <a:xfrm rot="16200000" flipH="1">
              <a:off x="1690303" y="2252055"/>
              <a:ext cx="196781" cy="251029"/>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22" name="直線コネクタ 16">
              <a:extLst>
                <a:ext uri="{FF2B5EF4-FFF2-40B4-BE49-F238E27FC236}">
                  <a16:creationId xmlns:a16="http://schemas.microsoft.com/office/drawing/2014/main" id="{E555ADF4-4DEF-9630-B396-99A9773CDE10}"/>
                </a:ext>
              </a:extLst>
            </p:cNvPr>
            <p:cNvCxnSpPr>
              <a:cxnSpLocks/>
              <a:stCxn id="7" idx="2"/>
              <a:endCxn id="10" idx="0"/>
            </p:cNvCxnSpPr>
            <p:nvPr/>
          </p:nvCxnSpPr>
          <p:spPr>
            <a:xfrm rot="16200000" flipH="1">
              <a:off x="2055445" y="1886913"/>
              <a:ext cx="190836" cy="975369"/>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25" name="直線コネクタ 16">
              <a:extLst>
                <a:ext uri="{FF2B5EF4-FFF2-40B4-BE49-F238E27FC236}">
                  <a16:creationId xmlns:a16="http://schemas.microsoft.com/office/drawing/2014/main" id="{D10D1706-7DC0-E17D-3FB1-5DE18BAF1802}"/>
                </a:ext>
              </a:extLst>
            </p:cNvPr>
            <p:cNvCxnSpPr>
              <a:cxnSpLocks/>
              <a:stCxn id="9" idx="2"/>
              <a:endCxn id="14" idx="0"/>
            </p:cNvCxnSpPr>
            <p:nvPr/>
          </p:nvCxnSpPr>
          <p:spPr>
            <a:xfrm rot="5400000">
              <a:off x="1726137" y="2663175"/>
              <a:ext cx="156183" cy="219961"/>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29" name="直線コネクタ 16">
              <a:extLst>
                <a:ext uri="{FF2B5EF4-FFF2-40B4-BE49-F238E27FC236}">
                  <a16:creationId xmlns:a16="http://schemas.microsoft.com/office/drawing/2014/main" id="{CFBEC61A-776A-B877-92D9-7372C3BEE749}"/>
                </a:ext>
              </a:extLst>
            </p:cNvPr>
            <p:cNvCxnSpPr>
              <a:cxnSpLocks/>
              <a:stCxn id="9" idx="2"/>
              <a:endCxn id="15" idx="0"/>
            </p:cNvCxnSpPr>
            <p:nvPr/>
          </p:nvCxnSpPr>
          <p:spPr>
            <a:xfrm rot="16200000" flipH="1">
              <a:off x="1972834" y="2636437"/>
              <a:ext cx="156183" cy="273435"/>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32" name="直線コネクタ 16">
              <a:extLst>
                <a:ext uri="{FF2B5EF4-FFF2-40B4-BE49-F238E27FC236}">
                  <a16:creationId xmlns:a16="http://schemas.microsoft.com/office/drawing/2014/main" id="{2498534B-EACD-4524-F95C-58899A993B05}"/>
                </a:ext>
              </a:extLst>
            </p:cNvPr>
            <p:cNvCxnSpPr>
              <a:cxnSpLocks/>
              <a:stCxn id="8" idx="2"/>
              <a:endCxn id="11" idx="0"/>
            </p:cNvCxnSpPr>
            <p:nvPr/>
          </p:nvCxnSpPr>
          <p:spPr>
            <a:xfrm rot="5400000">
              <a:off x="685883" y="2573313"/>
              <a:ext cx="170514" cy="385355"/>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35" name="直線コネクタ 16">
              <a:extLst>
                <a:ext uri="{FF2B5EF4-FFF2-40B4-BE49-F238E27FC236}">
                  <a16:creationId xmlns:a16="http://schemas.microsoft.com/office/drawing/2014/main" id="{FE1871BA-2A01-B5A3-BA70-3359FC65B06E}"/>
                </a:ext>
              </a:extLst>
            </p:cNvPr>
            <p:cNvCxnSpPr>
              <a:cxnSpLocks/>
              <a:stCxn id="8" idx="2"/>
              <a:endCxn id="12" idx="0"/>
            </p:cNvCxnSpPr>
            <p:nvPr/>
          </p:nvCxnSpPr>
          <p:spPr>
            <a:xfrm rot="16200000" flipH="1">
              <a:off x="972585" y="2671965"/>
              <a:ext cx="170514" cy="188050"/>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38" name="直線コネクタ 16">
              <a:extLst>
                <a:ext uri="{FF2B5EF4-FFF2-40B4-BE49-F238E27FC236}">
                  <a16:creationId xmlns:a16="http://schemas.microsoft.com/office/drawing/2014/main" id="{A29ECD72-C1B7-DF41-1766-6FB840295BDA}"/>
                </a:ext>
              </a:extLst>
            </p:cNvPr>
            <p:cNvCxnSpPr>
              <a:cxnSpLocks/>
              <a:stCxn id="12" idx="2"/>
              <a:endCxn id="13" idx="0"/>
            </p:cNvCxnSpPr>
            <p:nvPr/>
          </p:nvCxnSpPr>
          <p:spPr>
            <a:xfrm rot="16200000" flipH="1">
              <a:off x="1074646" y="3147571"/>
              <a:ext cx="155714" cy="1272"/>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grpSp>
      <p:sp>
        <p:nvSpPr>
          <p:cNvPr id="229" name="矢印: 右 228">
            <a:extLst>
              <a:ext uri="{FF2B5EF4-FFF2-40B4-BE49-F238E27FC236}">
                <a16:creationId xmlns:a16="http://schemas.microsoft.com/office/drawing/2014/main" id="{B7BF811D-6FC9-C4DB-D455-B71DCE7ADCF5}"/>
              </a:ext>
            </a:extLst>
          </p:cNvPr>
          <p:cNvSpPr/>
          <p:nvPr/>
        </p:nvSpPr>
        <p:spPr>
          <a:xfrm>
            <a:off x="1405510" y="4409802"/>
            <a:ext cx="1827095" cy="687849"/>
          </a:xfrm>
          <a:prstGeom prst="rightArrow">
            <a:avLst/>
          </a:prstGeom>
          <a:solidFill>
            <a:srgbClr val="F74D5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5" name="テキスト ボックス 44">
            <a:extLst>
              <a:ext uri="{FF2B5EF4-FFF2-40B4-BE49-F238E27FC236}">
                <a16:creationId xmlns:a16="http://schemas.microsoft.com/office/drawing/2014/main" id="{4033200E-F93B-DC7A-64AE-999C4ACB7385}"/>
              </a:ext>
            </a:extLst>
          </p:cNvPr>
          <p:cNvSpPr txBox="1"/>
          <p:nvPr/>
        </p:nvSpPr>
        <p:spPr>
          <a:xfrm>
            <a:off x="1648553" y="5086119"/>
            <a:ext cx="1548672" cy="461665"/>
          </a:xfrm>
          <a:prstGeom prst="rect">
            <a:avLst/>
          </a:prstGeom>
          <a:noFill/>
        </p:spPr>
        <p:txBody>
          <a:bodyPr wrap="square" rtlCol="0">
            <a:spAutoFit/>
          </a:bodyPr>
          <a:lstStyle/>
          <a:p>
            <a:r>
              <a:rPr lang="ja-JP" altLang="en-US" sz="1200" b="1" dirty="0">
                <a:solidFill>
                  <a:srgbClr val="F74D5A"/>
                </a:solidFill>
              </a:rPr>
              <a:t>問題の所在が見えている領域に</a:t>
            </a:r>
            <a:r>
              <a:rPr kumimoji="1" lang="ja-JP" altLang="en-US" sz="1200" b="1" dirty="0">
                <a:solidFill>
                  <a:srgbClr val="F74D5A"/>
                </a:solidFill>
              </a:rPr>
              <a:t>フォーカス</a:t>
            </a:r>
          </a:p>
        </p:txBody>
      </p:sp>
      <p:sp>
        <p:nvSpPr>
          <p:cNvPr id="20" name="正方形/長方形 19">
            <a:extLst>
              <a:ext uri="{FF2B5EF4-FFF2-40B4-BE49-F238E27FC236}">
                <a16:creationId xmlns:a16="http://schemas.microsoft.com/office/drawing/2014/main" id="{91234EE8-BB2E-F58D-6DBB-736CBE3C9042}"/>
              </a:ext>
            </a:extLst>
          </p:cNvPr>
          <p:cNvSpPr/>
          <p:nvPr/>
        </p:nvSpPr>
        <p:spPr>
          <a:xfrm>
            <a:off x="4268393" y="4429767"/>
            <a:ext cx="2837625" cy="1720707"/>
          </a:xfrm>
          <a:prstGeom prst="rect">
            <a:avLst/>
          </a:prstGeom>
          <a:solidFill>
            <a:schemeClr val="accent6">
              <a:lumMod val="40000"/>
              <a:lumOff val="60000"/>
              <a:alpha val="20000"/>
            </a:schemeClr>
          </a:solidFill>
          <a:ln>
            <a:solidFill>
              <a:schemeClr val="accent6">
                <a:lumMod val="75000"/>
              </a:schemeClr>
            </a:solidFill>
          </a:ln>
          <a:effectLst>
            <a:outerShdw blurRad="50800" dist="38100" dir="2700000" algn="tl" rotWithShape="0">
              <a:prstClr val="black">
                <a:alpha val="20000"/>
              </a:prstClr>
            </a:outerShdw>
          </a:effectLst>
          <a:scene3d>
            <a:camera prst="orthographicFront"/>
            <a:lightRig rig="threePt" dir="t"/>
          </a:scene3d>
          <a:sp3d extrusionH="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21" name="グループ化 20">
            <a:extLst>
              <a:ext uri="{FF2B5EF4-FFF2-40B4-BE49-F238E27FC236}">
                <a16:creationId xmlns:a16="http://schemas.microsoft.com/office/drawing/2014/main" id="{6F0C2A33-6686-2052-7788-0D73BF95F3AD}"/>
              </a:ext>
            </a:extLst>
          </p:cNvPr>
          <p:cNvGrpSpPr/>
          <p:nvPr/>
        </p:nvGrpSpPr>
        <p:grpSpPr>
          <a:xfrm>
            <a:off x="3594024" y="2008198"/>
            <a:ext cx="930040" cy="493017"/>
            <a:chOff x="4132442" y="2100221"/>
            <a:chExt cx="1374752" cy="852862"/>
          </a:xfrm>
        </p:grpSpPr>
        <p:sp>
          <p:nvSpPr>
            <p:cNvPr id="23" name="四角形: メモ 22">
              <a:extLst>
                <a:ext uri="{FF2B5EF4-FFF2-40B4-BE49-F238E27FC236}">
                  <a16:creationId xmlns:a16="http://schemas.microsoft.com/office/drawing/2014/main" id="{98D4C231-9C53-0D92-8348-3FCC7B4FF071}"/>
                </a:ext>
              </a:extLst>
            </p:cNvPr>
            <p:cNvSpPr/>
            <p:nvPr/>
          </p:nvSpPr>
          <p:spPr>
            <a:xfrm>
              <a:off x="4132442" y="2100221"/>
              <a:ext cx="1298911" cy="787960"/>
            </a:xfrm>
            <a:prstGeom prst="foldedCorner">
              <a:avLst/>
            </a:prstGeom>
            <a:solidFill>
              <a:schemeClr val="accent2">
                <a:lumMod val="40000"/>
                <a:lumOff val="60000"/>
              </a:schemeClr>
            </a:solidFill>
            <a:ln>
              <a:solidFill>
                <a:schemeClr val="accent2"/>
              </a:solidFill>
            </a:ln>
          </p:spPr>
          <p:style>
            <a:lnRef idx="0">
              <a:scrgbClr r="0" g="0" b="0"/>
            </a:lnRef>
            <a:fillRef idx="0">
              <a:scrgbClr r="0" g="0" b="0"/>
            </a:fillRef>
            <a:effectRef idx="0">
              <a:scrgbClr r="0" g="0" b="0"/>
            </a:effectRef>
            <a:fontRef idx="minor">
              <a:schemeClr val="lt1"/>
            </a:fontRef>
          </p:style>
          <p:txBody>
            <a:bodyPr lIns="0" tIns="36000" rIns="0" bIns="0" rtlCol="0" anchor="ctr"/>
            <a:lstStyle/>
            <a:p>
              <a:pPr algn="ctr"/>
              <a:endParaRPr lang="en-US" altLang="ja-JP" sz="1200" b="1" dirty="0">
                <a:solidFill>
                  <a:schemeClr val="tx2"/>
                </a:solidFill>
              </a:endParaRPr>
            </a:p>
          </p:txBody>
        </p:sp>
        <p:sp>
          <p:nvSpPr>
            <p:cNvPr id="24" name="四角形: メモ 23">
              <a:extLst>
                <a:ext uri="{FF2B5EF4-FFF2-40B4-BE49-F238E27FC236}">
                  <a16:creationId xmlns:a16="http://schemas.microsoft.com/office/drawing/2014/main" id="{F1557F73-D62A-D174-1E3F-F16D9FACFF6E}"/>
                </a:ext>
              </a:extLst>
            </p:cNvPr>
            <p:cNvSpPr/>
            <p:nvPr/>
          </p:nvSpPr>
          <p:spPr>
            <a:xfrm>
              <a:off x="4208283" y="2165123"/>
              <a:ext cx="1298911" cy="787960"/>
            </a:xfrm>
            <a:prstGeom prst="foldedCorner">
              <a:avLst/>
            </a:prstGeom>
            <a:solidFill>
              <a:schemeClr val="accent2">
                <a:lumMod val="40000"/>
                <a:lumOff val="60000"/>
              </a:schemeClr>
            </a:solidFill>
            <a:ln>
              <a:solidFill>
                <a:schemeClr val="accent2"/>
              </a:solidFill>
            </a:ln>
          </p:spPr>
          <p:style>
            <a:lnRef idx="0">
              <a:scrgbClr r="0" g="0" b="0"/>
            </a:lnRef>
            <a:fillRef idx="0">
              <a:scrgbClr r="0" g="0" b="0"/>
            </a:fillRef>
            <a:effectRef idx="0">
              <a:scrgbClr r="0" g="0" b="0"/>
            </a:effectRef>
            <a:fontRef idx="minor">
              <a:schemeClr val="lt1"/>
            </a:fontRef>
          </p:style>
          <p:txBody>
            <a:bodyPr lIns="0" tIns="36000" rIns="0" bIns="0" rtlCol="0" anchor="ctr"/>
            <a:lstStyle/>
            <a:p>
              <a:pPr algn="ctr"/>
              <a:r>
                <a:rPr lang="ja-JP" altLang="en-US" sz="1200" b="1" u="sng" dirty="0">
                  <a:solidFill>
                    <a:schemeClr val="tx2"/>
                  </a:solidFill>
                </a:rPr>
                <a:t>要件</a:t>
              </a:r>
              <a:endParaRPr lang="en-US" altLang="ja-JP" sz="1200" b="1" u="sng" dirty="0">
                <a:solidFill>
                  <a:schemeClr val="tx2"/>
                </a:solidFill>
              </a:endParaRPr>
            </a:p>
          </p:txBody>
        </p:sp>
      </p:grpSp>
      <p:sp>
        <p:nvSpPr>
          <p:cNvPr id="26" name="正方形/長方形 25">
            <a:extLst>
              <a:ext uri="{FF2B5EF4-FFF2-40B4-BE49-F238E27FC236}">
                <a16:creationId xmlns:a16="http://schemas.microsoft.com/office/drawing/2014/main" id="{184309B0-6618-A079-A7BD-8D97A40BE704}"/>
              </a:ext>
            </a:extLst>
          </p:cNvPr>
          <p:cNvSpPr/>
          <p:nvPr/>
        </p:nvSpPr>
        <p:spPr>
          <a:xfrm>
            <a:off x="5413163" y="3357642"/>
            <a:ext cx="589093" cy="480178"/>
          </a:xfrm>
          <a:prstGeom prst="rect">
            <a:avLst/>
          </a:prstGeom>
          <a:solidFill>
            <a:schemeClr val="accent6">
              <a:lumMod val="40000"/>
              <a:lumOff val="60000"/>
            </a:schemeClr>
          </a:solidFill>
          <a:ln>
            <a:solidFill>
              <a:schemeClr val="accent6">
                <a:lumMod val="75000"/>
              </a:schemeClr>
            </a:solidFill>
          </a:ln>
          <a:effectLst>
            <a:outerShdw blurRad="50800" dist="38100" dir="2700000" algn="tl" rotWithShape="0">
              <a:prstClr val="black">
                <a:alpha val="40000"/>
              </a:prstClr>
            </a:outerShdw>
          </a:effectLst>
          <a:scene3d>
            <a:camera prst="orthographicFront"/>
            <a:lightRig rig="threePt" dir="t"/>
          </a:scene3d>
          <a:sp3d extrusionH="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正方形/長方形 26">
            <a:extLst>
              <a:ext uri="{FF2B5EF4-FFF2-40B4-BE49-F238E27FC236}">
                <a16:creationId xmlns:a16="http://schemas.microsoft.com/office/drawing/2014/main" id="{DCB8F820-1C08-C108-2AC5-90043C6A1BBD}"/>
              </a:ext>
            </a:extLst>
          </p:cNvPr>
          <p:cNvSpPr/>
          <p:nvPr/>
        </p:nvSpPr>
        <p:spPr>
          <a:xfrm>
            <a:off x="5353448" y="3538405"/>
            <a:ext cx="108000" cy="108000"/>
          </a:xfrm>
          <a:prstGeom prst="rect">
            <a:avLst/>
          </a:prstGeom>
          <a:solidFill>
            <a:schemeClr val="tx2">
              <a:lumMod val="40000"/>
              <a:lumOff val="60000"/>
            </a:schemeClr>
          </a:solidFill>
          <a:ln>
            <a:solidFill>
              <a:schemeClr val="tx2">
                <a:lumMod val="75000"/>
              </a:schemeClr>
            </a:solidFill>
          </a:ln>
          <a:effectLst>
            <a:outerShdw blurRad="50800" dist="38100" dir="2700000" algn="tl" rotWithShape="0">
              <a:prstClr val="black">
                <a:alpha val="40000"/>
              </a:prstClr>
            </a:outerShdw>
          </a:effectLst>
          <a:scene3d>
            <a:camera prst="orthographicFront"/>
            <a:lightRig rig="threePt" dir="t"/>
          </a:scene3d>
          <a:sp3d extrusionH="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正方形/長方形 29">
            <a:extLst>
              <a:ext uri="{FF2B5EF4-FFF2-40B4-BE49-F238E27FC236}">
                <a16:creationId xmlns:a16="http://schemas.microsoft.com/office/drawing/2014/main" id="{C90B109C-9255-DCDE-1DC4-30F38FA71187}"/>
              </a:ext>
            </a:extLst>
          </p:cNvPr>
          <p:cNvSpPr/>
          <p:nvPr/>
        </p:nvSpPr>
        <p:spPr>
          <a:xfrm>
            <a:off x="5948257" y="3447506"/>
            <a:ext cx="108000" cy="108000"/>
          </a:xfrm>
          <a:prstGeom prst="rect">
            <a:avLst/>
          </a:prstGeom>
          <a:solidFill>
            <a:schemeClr val="tx2">
              <a:lumMod val="40000"/>
              <a:lumOff val="60000"/>
            </a:schemeClr>
          </a:solidFill>
          <a:ln>
            <a:solidFill>
              <a:schemeClr val="tx2">
                <a:lumMod val="75000"/>
              </a:schemeClr>
            </a:solidFill>
          </a:ln>
          <a:effectLst>
            <a:outerShdw blurRad="50800" dist="38100" dir="2700000" algn="tl" rotWithShape="0">
              <a:prstClr val="black">
                <a:alpha val="40000"/>
              </a:prstClr>
            </a:outerShdw>
          </a:effectLst>
          <a:scene3d>
            <a:camera prst="orthographicFront"/>
            <a:lightRig rig="threePt" dir="t"/>
          </a:scene3d>
          <a:sp3d extrusionH="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正方形/長方形 30">
            <a:extLst>
              <a:ext uri="{FF2B5EF4-FFF2-40B4-BE49-F238E27FC236}">
                <a16:creationId xmlns:a16="http://schemas.microsoft.com/office/drawing/2014/main" id="{90B128BA-5548-4BFC-44C9-B7C6AB719AB3}"/>
              </a:ext>
            </a:extLst>
          </p:cNvPr>
          <p:cNvSpPr/>
          <p:nvPr/>
        </p:nvSpPr>
        <p:spPr>
          <a:xfrm>
            <a:off x="6521525" y="3733046"/>
            <a:ext cx="535093" cy="407276"/>
          </a:xfrm>
          <a:prstGeom prst="rect">
            <a:avLst/>
          </a:prstGeom>
          <a:solidFill>
            <a:schemeClr val="accent6">
              <a:lumMod val="40000"/>
              <a:lumOff val="60000"/>
            </a:schemeClr>
          </a:solidFill>
          <a:ln>
            <a:solidFill>
              <a:schemeClr val="accent6">
                <a:lumMod val="75000"/>
              </a:schemeClr>
            </a:solidFill>
          </a:ln>
          <a:effectLst>
            <a:outerShdw blurRad="50800" dist="38100" dir="2700000" algn="tl" rotWithShape="0">
              <a:prstClr val="black">
                <a:alpha val="40000"/>
              </a:prstClr>
            </a:outerShdw>
          </a:effectLst>
          <a:scene3d>
            <a:camera prst="orthographicFront"/>
            <a:lightRig rig="threePt" dir="t"/>
          </a:scene3d>
          <a:sp3d extrusionH="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正方形/長方形 35">
            <a:extLst>
              <a:ext uri="{FF2B5EF4-FFF2-40B4-BE49-F238E27FC236}">
                <a16:creationId xmlns:a16="http://schemas.microsoft.com/office/drawing/2014/main" id="{C85C0C51-F71A-81B4-F04D-80B24A02618B}"/>
              </a:ext>
            </a:extLst>
          </p:cNvPr>
          <p:cNvSpPr/>
          <p:nvPr/>
        </p:nvSpPr>
        <p:spPr>
          <a:xfrm>
            <a:off x="6467525" y="3875127"/>
            <a:ext cx="108000" cy="108000"/>
          </a:xfrm>
          <a:prstGeom prst="rect">
            <a:avLst/>
          </a:prstGeom>
          <a:solidFill>
            <a:schemeClr val="tx2">
              <a:lumMod val="40000"/>
              <a:lumOff val="60000"/>
            </a:schemeClr>
          </a:solidFill>
          <a:ln>
            <a:solidFill>
              <a:schemeClr val="tx2">
                <a:lumMod val="75000"/>
              </a:schemeClr>
            </a:solidFill>
          </a:ln>
          <a:effectLst>
            <a:outerShdw blurRad="50800" dist="38100" dir="2700000" algn="tl" rotWithShape="0">
              <a:prstClr val="black">
                <a:alpha val="40000"/>
              </a:prstClr>
            </a:outerShdw>
          </a:effectLst>
          <a:scene3d>
            <a:camera prst="orthographicFront"/>
            <a:lightRig rig="threePt" dir="t"/>
          </a:scene3d>
          <a:sp3d extrusionH="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正方形/長方形 39">
            <a:extLst>
              <a:ext uri="{FF2B5EF4-FFF2-40B4-BE49-F238E27FC236}">
                <a16:creationId xmlns:a16="http://schemas.microsoft.com/office/drawing/2014/main" id="{1AE0112B-D4EB-BFAC-9291-EDA64483EB2E}"/>
              </a:ext>
            </a:extLst>
          </p:cNvPr>
          <p:cNvSpPr/>
          <p:nvPr/>
        </p:nvSpPr>
        <p:spPr>
          <a:xfrm>
            <a:off x="6986379" y="3929127"/>
            <a:ext cx="108000" cy="108000"/>
          </a:xfrm>
          <a:prstGeom prst="rect">
            <a:avLst/>
          </a:prstGeom>
          <a:solidFill>
            <a:schemeClr val="tx2">
              <a:lumMod val="40000"/>
              <a:lumOff val="60000"/>
            </a:schemeClr>
          </a:solidFill>
          <a:ln>
            <a:solidFill>
              <a:schemeClr val="tx2">
                <a:lumMod val="75000"/>
              </a:schemeClr>
            </a:solidFill>
          </a:ln>
          <a:effectLst>
            <a:outerShdw blurRad="50800" dist="38100" dir="2700000" algn="tl" rotWithShape="0">
              <a:prstClr val="black">
                <a:alpha val="40000"/>
              </a:prstClr>
            </a:outerShdw>
          </a:effectLst>
          <a:scene3d>
            <a:camera prst="orthographicFront"/>
            <a:lightRig rig="threePt" dir="t"/>
          </a:scene3d>
          <a:sp3d extrusionH="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正方形/長方形 43">
            <a:extLst>
              <a:ext uri="{FF2B5EF4-FFF2-40B4-BE49-F238E27FC236}">
                <a16:creationId xmlns:a16="http://schemas.microsoft.com/office/drawing/2014/main" id="{28CBFAB9-7EB3-1866-B618-BEE6B3A5596B}"/>
              </a:ext>
            </a:extLst>
          </p:cNvPr>
          <p:cNvSpPr/>
          <p:nvPr/>
        </p:nvSpPr>
        <p:spPr>
          <a:xfrm>
            <a:off x="6476033" y="2990365"/>
            <a:ext cx="632411" cy="407275"/>
          </a:xfrm>
          <a:prstGeom prst="rect">
            <a:avLst/>
          </a:prstGeom>
          <a:solidFill>
            <a:schemeClr val="accent6">
              <a:lumMod val="40000"/>
              <a:lumOff val="60000"/>
            </a:schemeClr>
          </a:solidFill>
          <a:ln>
            <a:solidFill>
              <a:schemeClr val="accent6">
                <a:lumMod val="75000"/>
              </a:schemeClr>
            </a:solidFill>
          </a:ln>
          <a:effectLst>
            <a:outerShdw blurRad="50800" dist="38100" dir="2700000" algn="tl" rotWithShape="0">
              <a:prstClr val="black">
                <a:alpha val="40000"/>
              </a:prstClr>
            </a:outerShdw>
          </a:effectLst>
          <a:scene3d>
            <a:camera prst="orthographicFront"/>
            <a:lightRig rig="threePt" dir="t"/>
          </a:scene3d>
          <a:sp3d extrusionH="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正方形/長方形 45">
            <a:extLst>
              <a:ext uri="{FF2B5EF4-FFF2-40B4-BE49-F238E27FC236}">
                <a16:creationId xmlns:a16="http://schemas.microsoft.com/office/drawing/2014/main" id="{29591B26-E2F3-8BC4-8699-055902EBF650}"/>
              </a:ext>
            </a:extLst>
          </p:cNvPr>
          <p:cNvSpPr/>
          <p:nvPr/>
        </p:nvSpPr>
        <p:spPr>
          <a:xfrm>
            <a:off x="6394657" y="3125542"/>
            <a:ext cx="108000" cy="108000"/>
          </a:xfrm>
          <a:prstGeom prst="rect">
            <a:avLst/>
          </a:prstGeom>
          <a:solidFill>
            <a:schemeClr val="tx2">
              <a:lumMod val="40000"/>
              <a:lumOff val="60000"/>
            </a:schemeClr>
          </a:solidFill>
          <a:ln>
            <a:solidFill>
              <a:schemeClr val="tx2">
                <a:lumMod val="75000"/>
              </a:schemeClr>
            </a:solidFill>
          </a:ln>
          <a:effectLst>
            <a:outerShdw blurRad="50800" dist="38100" dir="2700000" algn="tl" rotWithShape="0">
              <a:prstClr val="black">
                <a:alpha val="40000"/>
              </a:prstClr>
            </a:outerShdw>
          </a:effectLst>
          <a:scene3d>
            <a:camera prst="orthographicFront"/>
            <a:lightRig rig="threePt" dir="t"/>
          </a:scene3d>
          <a:sp3d extrusionH="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8" name="正方形/長方形 47">
            <a:extLst>
              <a:ext uri="{FF2B5EF4-FFF2-40B4-BE49-F238E27FC236}">
                <a16:creationId xmlns:a16="http://schemas.microsoft.com/office/drawing/2014/main" id="{F8C65264-9829-C706-C312-0D3AA99A83D4}"/>
              </a:ext>
            </a:extLst>
          </p:cNvPr>
          <p:cNvSpPr/>
          <p:nvPr/>
        </p:nvSpPr>
        <p:spPr>
          <a:xfrm>
            <a:off x="7050083" y="3225312"/>
            <a:ext cx="108000" cy="108000"/>
          </a:xfrm>
          <a:prstGeom prst="rect">
            <a:avLst/>
          </a:prstGeom>
          <a:solidFill>
            <a:schemeClr val="tx2">
              <a:lumMod val="40000"/>
              <a:lumOff val="60000"/>
            </a:schemeClr>
          </a:solidFill>
          <a:ln>
            <a:solidFill>
              <a:schemeClr val="tx2">
                <a:lumMod val="75000"/>
              </a:schemeClr>
            </a:solidFill>
          </a:ln>
          <a:effectLst>
            <a:outerShdw blurRad="50800" dist="38100" dir="2700000" algn="tl" rotWithShape="0">
              <a:prstClr val="black">
                <a:alpha val="40000"/>
              </a:prstClr>
            </a:outerShdw>
          </a:effectLst>
          <a:scene3d>
            <a:camera prst="orthographicFront"/>
            <a:lightRig rig="threePt" dir="t"/>
          </a:scene3d>
          <a:sp3d extrusionH="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9" name="正方形/長方形 48">
            <a:extLst>
              <a:ext uri="{FF2B5EF4-FFF2-40B4-BE49-F238E27FC236}">
                <a16:creationId xmlns:a16="http://schemas.microsoft.com/office/drawing/2014/main" id="{6FF39CA0-5FC7-9E1F-C098-EA0CBBFF5928}"/>
              </a:ext>
            </a:extLst>
          </p:cNvPr>
          <p:cNvSpPr/>
          <p:nvPr/>
        </p:nvSpPr>
        <p:spPr>
          <a:xfrm>
            <a:off x="7043424" y="3024402"/>
            <a:ext cx="108000" cy="108000"/>
          </a:xfrm>
          <a:prstGeom prst="rect">
            <a:avLst/>
          </a:prstGeom>
          <a:solidFill>
            <a:schemeClr val="tx2">
              <a:lumMod val="40000"/>
              <a:lumOff val="60000"/>
            </a:schemeClr>
          </a:solidFill>
          <a:ln>
            <a:solidFill>
              <a:schemeClr val="tx2">
                <a:lumMod val="75000"/>
              </a:schemeClr>
            </a:solidFill>
          </a:ln>
          <a:effectLst>
            <a:outerShdw blurRad="50800" dist="38100" dir="2700000" algn="tl" rotWithShape="0">
              <a:prstClr val="black">
                <a:alpha val="40000"/>
              </a:prstClr>
            </a:outerShdw>
          </a:effectLst>
          <a:scene3d>
            <a:camera prst="orthographicFront"/>
            <a:lightRig rig="threePt" dir="t"/>
          </a:scene3d>
          <a:sp3d extrusionH="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正方形/長方形 49">
            <a:extLst>
              <a:ext uri="{FF2B5EF4-FFF2-40B4-BE49-F238E27FC236}">
                <a16:creationId xmlns:a16="http://schemas.microsoft.com/office/drawing/2014/main" id="{5D8B5DD1-A42D-3E7E-C848-C73F8BDB58E1}"/>
              </a:ext>
            </a:extLst>
          </p:cNvPr>
          <p:cNvSpPr/>
          <p:nvPr/>
        </p:nvSpPr>
        <p:spPr>
          <a:xfrm>
            <a:off x="5948257" y="3676905"/>
            <a:ext cx="108000" cy="108000"/>
          </a:xfrm>
          <a:prstGeom prst="rect">
            <a:avLst/>
          </a:prstGeom>
          <a:solidFill>
            <a:schemeClr val="tx2">
              <a:lumMod val="40000"/>
              <a:lumOff val="60000"/>
            </a:schemeClr>
          </a:solidFill>
          <a:ln>
            <a:solidFill>
              <a:schemeClr val="tx2">
                <a:lumMod val="75000"/>
              </a:schemeClr>
            </a:solidFill>
          </a:ln>
          <a:effectLst>
            <a:outerShdw blurRad="50800" dist="38100" dir="2700000" algn="tl" rotWithShape="0">
              <a:prstClr val="black">
                <a:alpha val="40000"/>
              </a:prstClr>
            </a:outerShdw>
          </a:effectLst>
          <a:scene3d>
            <a:camera prst="orthographicFront"/>
            <a:lightRig rig="threePt" dir="t"/>
          </a:scene3d>
          <a:sp3d extrusionH="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3" name="直線コネクタ 57">
            <a:extLst>
              <a:ext uri="{FF2B5EF4-FFF2-40B4-BE49-F238E27FC236}">
                <a16:creationId xmlns:a16="http://schemas.microsoft.com/office/drawing/2014/main" id="{B0B13258-DA55-1562-7FE2-95F9C92B33D4}"/>
              </a:ext>
            </a:extLst>
          </p:cNvPr>
          <p:cNvCxnSpPr>
            <a:stCxn id="30" idx="3"/>
            <a:endCxn id="46" idx="1"/>
          </p:cNvCxnSpPr>
          <p:nvPr/>
        </p:nvCxnSpPr>
        <p:spPr>
          <a:xfrm flipV="1">
            <a:off x="6056257" y="3179542"/>
            <a:ext cx="338400" cy="321964"/>
          </a:xfrm>
          <a:prstGeom prst="bentConnector3">
            <a:avLst>
              <a:gd name="adj1" fmla="val 50000"/>
            </a:avLst>
          </a:prstGeom>
          <a:ln w="15875">
            <a:solidFill>
              <a:schemeClr val="tx2">
                <a:lumMod val="60000"/>
                <a:lumOff val="40000"/>
              </a:schemeClr>
            </a:solidFill>
          </a:ln>
          <a:effectLst>
            <a:outerShdw blurRad="50800" dist="38100" dir="2700000" algn="tl" rotWithShape="0">
              <a:prstClr val="black">
                <a:alpha val="40000"/>
              </a:prstClr>
            </a:outerShdw>
          </a:effectLst>
          <a:scene3d>
            <a:camera prst="orthographicFront"/>
            <a:lightRig rig="threePt" dir="t"/>
          </a:scene3d>
          <a:sp3d extrusionH="25400"/>
        </p:spPr>
        <p:style>
          <a:lnRef idx="1">
            <a:schemeClr val="accent1"/>
          </a:lnRef>
          <a:fillRef idx="0">
            <a:schemeClr val="accent1"/>
          </a:fillRef>
          <a:effectRef idx="0">
            <a:schemeClr val="accent1"/>
          </a:effectRef>
          <a:fontRef idx="minor">
            <a:schemeClr val="tx1"/>
          </a:fontRef>
        </p:style>
      </p:cxnSp>
      <p:cxnSp>
        <p:nvCxnSpPr>
          <p:cNvPr id="54" name="直線コネクタ 57">
            <a:extLst>
              <a:ext uri="{FF2B5EF4-FFF2-40B4-BE49-F238E27FC236}">
                <a16:creationId xmlns:a16="http://schemas.microsoft.com/office/drawing/2014/main" id="{EBBC1792-7F5C-A0AA-3C5F-8528D8E2571F}"/>
              </a:ext>
            </a:extLst>
          </p:cNvPr>
          <p:cNvCxnSpPr>
            <a:cxnSpLocks/>
            <a:stCxn id="50" idx="3"/>
            <a:endCxn id="36" idx="1"/>
          </p:cNvCxnSpPr>
          <p:nvPr/>
        </p:nvCxnSpPr>
        <p:spPr>
          <a:xfrm>
            <a:off x="6056257" y="3730905"/>
            <a:ext cx="411268" cy="198222"/>
          </a:xfrm>
          <a:prstGeom prst="bentConnector3">
            <a:avLst>
              <a:gd name="adj1" fmla="val 50000"/>
            </a:avLst>
          </a:prstGeom>
          <a:ln w="15875">
            <a:solidFill>
              <a:schemeClr val="tx2">
                <a:lumMod val="60000"/>
                <a:lumOff val="40000"/>
              </a:schemeClr>
            </a:solidFill>
          </a:ln>
          <a:effectLst>
            <a:outerShdw blurRad="50800" dist="38100" dir="2700000" algn="tl" rotWithShape="0">
              <a:prstClr val="black">
                <a:alpha val="40000"/>
              </a:prstClr>
            </a:outerShdw>
          </a:effectLst>
          <a:scene3d>
            <a:camera prst="orthographicFront"/>
            <a:lightRig rig="threePt" dir="t"/>
          </a:scene3d>
          <a:sp3d extrusionH="25400"/>
        </p:spPr>
        <p:style>
          <a:lnRef idx="1">
            <a:schemeClr val="accent1"/>
          </a:lnRef>
          <a:fillRef idx="0">
            <a:schemeClr val="accent1"/>
          </a:fillRef>
          <a:effectRef idx="0">
            <a:schemeClr val="accent1"/>
          </a:effectRef>
          <a:fontRef idx="minor">
            <a:schemeClr val="tx1"/>
          </a:fontRef>
        </p:style>
      </p:cxnSp>
      <p:cxnSp>
        <p:nvCxnSpPr>
          <p:cNvPr id="55" name="直線コネクタ 54">
            <a:extLst>
              <a:ext uri="{FF2B5EF4-FFF2-40B4-BE49-F238E27FC236}">
                <a16:creationId xmlns:a16="http://schemas.microsoft.com/office/drawing/2014/main" id="{8F54E74E-B28E-92E1-AB55-8DBF1D9DE4D0}"/>
              </a:ext>
            </a:extLst>
          </p:cNvPr>
          <p:cNvCxnSpPr>
            <a:cxnSpLocks/>
            <a:stCxn id="49" idx="3"/>
          </p:cNvCxnSpPr>
          <p:nvPr/>
        </p:nvCxnSpPr>
        <p:spPr>
          <a:xfrm>
            <a:off x="7151424" y="3078402"/>
            <a:ext cx="430061" cy="0"/>
          </a:xfrm>
          <a:prstGeom prst="line">
            <a:avLst/>
          </a:prstGeom>
          <a:ln w="15875">
            <a:solidFill>
              <a:schemeClr val="tx2">
                <a:lumMod val="60000"/>
                <a:lumOff val="40000"/>
              </a:schemeClr>
            </a:solidFill>
          </a:ln>
          <a:effectLst>
            <a:outerShdw blurRad="50800" dist="38100" dir="2700000" algn="tl" rotWithShape="0">
              <a:prstClr val="black">
                <a:alpha val="40000"/>
              </a:prstClr>
            </a:outerShdw>
          </a:effectLst>
          <a:scene3d>
            <a:camera prst="orthographicFront"/>
            <a:lightRig rig="threePt" dir="t"/>
          </a:scene3d>
          <a:sp3d extrusionH="25400"/>
        </p:spPr>
        <p:style>
          <a:lnRef idx="1">
            <a:schemeClr val="accent1"/>
          </a:lnRef>
          <a:fillRef idx="0">
            <a:schemeClr val="accent1"/>
          </a:fillRef>
          <a:effectRef idx="0">
            <a:schemeClr val="accent1"/>
          </a:effectRef>
          <a:fontRef idx="minor">
            <a:schemeClr val="tx1"/>
          </a:fontRef>
        </p:style>
      </p:cxnSp>
      <p:cxnSp>
        <p:nvCxnSpPr>
          <p:cNvPr id="57" name="直線コネクタ 69">
            <a:extLst>
              <a:ext uri="{FF2B5EF4-FFF2-40B4-BE49-F238E27FC236}">
                <a16:creationId xmlns:a16="http://schemas.microsoft.com/office/drawing/2014/main" id="{A6E27055-54BE-7FE5-0E58-2DDC0C0F5FA4}"/>
              </a:ext>
            </a:extLst>
          </p:cNvPr>
          <p:cNvCxnSpPr>
            <a:cxnSpLocks/>
            <a:stCxn id="48" idx="3"/>
          </p:cNvCxnSpPr>
          <p:nvPr/>
        </p:nvCxnSpPr>
        <p:spPr>
          <a:xfrm>
            <a:off x="7158083" y="3279312"/>
            <a:ext cx="423402" cy="194535"/>
          </a:xfrm>
          <a:prstGeom prst="bentConnector3">
            <a:avLst>
              <a:gd name="adj1" fmla="val 50000"/>
            </a:avLst>
          </a:prstGeom>
          <a:ln w="15875">
            <a:solidFill>
              <a:schemeClr val="tx2">
                <a:lumMod val="60000"/>
                <a:lumOff val="40000"/>
              </a:schemeClr>
            </a:solidFill>
          </a:ln>
          <a:effectLst>
            <a:outerShdw blurRad="50800" dist="38100" dir="2700000" algn="tl" rotWithShape="0">
              <a:prstClr val="black">
                <a:alpha val="40000"/>
              </a:prstClr>
            </a:outerShdw>
          </a:effectLst>
          <a:scene3d>
            <a:camera prst="orthographicFront"/>
            <a:lightRig rig="threePt" dir="t"/>
          </a:scene3d>
          <a:sp3d extrusionH="25400"/>
        </p:spPr>
        <p:style>
          <a:lnRef idx="1">
            <a:schemeClr val="accent1"/>
          </a:lnRef>
          <a:fillRef idx="0">
            <a:schemeClr val="accent1"/>
          </a:fillRef>
          <a:effectRef idx="0">
            <a:schemeClr val="accent1"/>
          </a:effectRef>
          <a:fontRef idx="minor">
            <a:schemeClr val="tx1"/>
          </a:fontRef>
        </p:style>
      </p:cxnSp>
      <p:cxnSp>
        <p:nvCxnSpPr>
          <p:cNvPr id="59" name="直線コネクタ 69">
            <a:extLst>
              <a:ext uri="{FF2B5EF4-FFF2-40B4-BE49-F238E27FC236}">
                <a16:creationId xmlns:a16="http://schemas.microsoft.com/office/drawing/2014/main" id="{70B18D53-9DD7-7692-4B1F-58D2DD64E021}"/>
              </a:ext>
            </a:extLst>
          </p:cNvPr>
          <p:cNvCxnSpPr>
            <a:cxnSpLocks/>
            <a:stCxn id="40" idx="3"/>
          </p:cNvCxnSpPr>
          <p:nvPr/>
        </p:nvCxnSpPr>
        <p:spPr>
          <a:xfrm>
            <a:off x="7094379" y="3983127"/>
            <a:ext cx="322640" cy="178720"/>
          </a:xfrm>
          <a:prstGeom prst="bentConnector3">
            <a:avLst>
              <a:gd name="adj1" fmla="val 50000"/>
            </a:avLst>
          </a:prstGeom>
          <a:ln w="15875">
            <a:solidFill>
              <a:schemeClr val="tx2">
                <a:lumMod val="60000"/>
                <a:lumOff val="40000"/>
              </a:schemeClr>
            </a:solidFill>
          </a:ln>
          <a:effectLst>
            <a:outerShdw blurRad="50800" dist="38100" dir="2700000" algn="tl" rotWithShape="0">
              <a:prstClr val="black">
                <a:alpha val="40000"/>
              </a:prstClr>
            </a:outerShdw>
          </a:effectLst>
          <a:scene3d>
            <a:camera prst="orthographicFront"/>
            <a:lightRig rig="threePt" dir="t"/>
          </a:scene3d>
          <a:sp3d extrusionH="25400"/>
        </p:spPr>
        <p:style>
          <a:lnRef idx="1">
            <a:schemeClr val="accent1"/>
          </a:lnRef>
          <a:fillRef idx="0">
            <a:schemeClr val="accent1"/>
          </a:fillRef>
          <a:effectRef idx="0">
            <a:schemeClr val="accent1"/>
          </a:effectRef>
          <a:fontRef idx="minor">
            <a:schemeClr val="tx1"/>
          </a:fontRef>
        </p:style>
      </p:cxnSp>
      <p:cxnSp>
        <p:nvCxnSpPr>
          <p:cNvPr id="60" name="直線コネクタ 69">
            <a:extLst>
              <a:ext uri="{FF2B5EF4-FFF2-40B4-BE49-F238E27FC236}">
                <a16:creationId xmlns:a16="http://schemas.microsoft.com/office/drawing/2014/main" id="{6F22322F-4B32-BCB4-E333-E84517DACF57}"/>
              </a:ext>
            </a:extLst>
          </p:cNvPr>
          <p:cNvCxnSpPr>
            <a:cxnSpLocks/>
            <a:endCxn id="27" idx="1"/>
          </p:cNvCxnSpPr>
          <p:nvPr/>
        </p:nvCxnSpPr>
        <p:spPr>
          <a:xfrm>
            <a:off x="5104034" y="3582109"/>
            <a:ext cx="249414" cy="0"/>
          </a:xfrm>
          <a:prstGeom prst="straightConnector1">
            <a:avLst/>
          </a:prstGeom>
          <a:ln w="15875">
            <a:solidFill>
              <a:schemeClr val="tx2">
                <a:lumMod val="60000"/>
                <a:lumOff val="40000"/>
              </a:schemeClr>
            </a:solidFill>
          </a:ln>
          <a:effectLst>
            <a:outerShdw blurRad="50800" dist="38100" dir="2700000" algn="tl" rotWithShape="0">
              <a:prstClr val="black">
                <a:alpha val="40000"/>
              </a:prstClr>
            </a:outerShdw>
          </a:effectLst>
          <a:scene3d>
            <a:camera prst="orthographicFront"/>
            <a:lightRig rig="threePt" dir="t"/>
          </a:scene3d>
          <a:sp3d extrusionH="25400"/>
        </p:spPr>
        <p:style>
          <a:lnRef idx="1">
            <a:schemeClr val="accent1"/>
          </a:lnRef>
          <a:fillRef idx="0">
            <a:schemeClr val="accent1"/>
          </a:fillRef>
          <a:effectRef idx="0">
            <a:schemeClr val="accent1"/>
          </a:effectRef>
          <a:fontRef idx="minor">
            <a:schemeClr val="tx1"/>
          </a:fontRef>
        </p:style>
      </p:cxnSp>
      <p:sp>
        <p:nvSpPr>
          <p:cNvPr id="62" name="正方形/長方形 61">
            <a:extLst>
              <a:ext uri="{FF2B5EF4-FFF2-40B4-BE49-F238E27FC236}">
                <a16:creationId xmlns:a16="http://schemas.microsoft.com/office/drawing/2014/main" id="{2A6892D1-5E4A-B83B-1F7E-55855C624F62}"/>
              </a:ext>
            </a:extLst>
          </p:cNvPr>
          <p:cNvSpPr/>
          <p:nvPr/>
        </p:nvSpPr>
        <p:spPr>
          <a:xfrm>
            <a:off x="4760999" y="4771284"/>
            <a:ext cx="452795" cy="399943"/>
          </a:xfrm>
          <a:prstGeom prst="rect">
            <a:avLst/>
          </a:prstGeom>
          <a:solidFill>
            <a:schemeClr val="accent5">
              <a:lumMod val="40000"/>
              <a:lumOff val="60000"/>
            </a:schemeClr>
          </a:solidFill>
          <a:ln>
            <a:solidFill>
              <a:schemeClr val="accent5"/>
            </a:solidFill>
          </a:ln>
          <a:effectLst>
            <a:outerShdw blurRad="50800" dist="38100" dir="2700000" algn="tl" rotWithShape="0">
              <a:prstClr val="black">
                <a:alpha val="40000"/>
              </a:prstClr>
            </a:outerShdw>
          </a:effectLst>
          <a:scene3d>
            <a:camera prst="orthographicFront"/>
            <a:lightRig rig="threePt" dir="t"/>
          </a:scene3d>
          <a:sp3d extrusionH="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3" name="正方形/長方形 62">
            <a:extLst>
              <a:ext uri="{FF2B5EF4-FFF2-40B4-BE49-F238E27FC236}">
                <a16:creationId xmlns:a16="http://schemas.microsoft.com/office/drawing/2014/main" id="{E18CDD7E-E704-0EBE-0C53-E76738C5AF3F}"/>
              </a:ext>
            </a:extLst>
          </p:cNvPr>
          <p:cNvSpPr/>
          <p:nvPr/>
        </p:nvSpPr>
        <p:spPr>
          <a:xfrm>
            <a:off x="4706262" y="4864918"/>
            <a:ext cx="108000" cy="108000"/>
          </a:xfrm>
          <a:prstGeom prst="rect">
            <a:avLst/>
          </a:prstGeom>
          <a:solidFill>
            <a:schemeClr val="tx2">
              <a:lumMod val="40000"/>
              <a:lumOff val="60000"/>
            </a:schemeClr>
          </a:solidFill>
          <a:ln>
            <a:solidFill>
              <a:schemeClr val="tx2">
                <a:lumMod val="75000"/>
              </a:schemeClr>
            </a:solidFill>
          </a:ln>
          <a:effectLst>
            <a:outerShdw blurRad="50800" dist="38100" dir="2700000" algn="tl" rotWithShape="0">
              <a:prstClr val="black">
                <a:alpha val="40000"/>
              </a:prstClr>
            </a:outerShdw>
          </a:effectLst>
          <a:scene3d>
            <a:camera prst="orthographicFront"/>
            <a:lightRig rig="threePt" dir="t"/>
          </a:scene3d>
          <a:sp3d extrusionH="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4" name="正方形/長方形 63">
            <a:extLst>
              <a:ext uri="{FF2B5EF4-FFF2-40B4-BE49-F238E27FC236}">
                <a16:creationId xmlns:a16="http://schemas.microsoft.com/office/drawing/2014/main" id="{92E7CECB-B169-1C7F-6326-32BC643C6A64}"/>
              </a:ext>
            </a:extLst>
          </p:cNvPr>
          <p:cNvSpPr/>
          <p:nvPr/>
        </p:nvSpPr>
        <p:spPr>
          <a:xfrm>
            <a:off x="5175681" y="5007323"/>
            <a:ext cx="108000" cy="108000"/>
          </a:xfrm>
          <a:prstGeom prst="rect">
            <a:avLst/>
          </a:prstGeom>
          <a:solidFill>
            <a:schemeClr val="tx2">
              <a:lumMod val="40000"/>
              <a:lumOff val="60000"/>
            </a:schemeClr>
          </a:solidFill>
          <a:ln>
            <a:solidFill>
              <a:schemeClr val="tx2">
                <a:lumMod val="75000"/>
              </a:schemeClr>
            </a:solidFill>
          </a:ln>
          <a:effectLst>
            <a:outerShdw blurRad="50800" dist="38100" dir="2700000" algn="tl" rotWithShape="0">
              <a:prstClr val="black">
                <a:alpha val="40000"/>
              </a:prstClr>
            </a:outerShdw>
          </a:effectLst>
          <a:scene3d>
            <a:camera prst="orthographicFront"/>
            <a:lightRig rig="threePt" dir="t"/>
          </a:scene3d>
          <a:sp3d extrusionH="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5" name="正方形/長方形 64">
            <a:extLst>
              <a:ext uri="{FF2B5EF4-FFF2-40B4-BE49-F238E27FC236}">
                <a16:creationId xmlns:a16="http://schemas.microsoft.com/office/drawing/2014/main" id="{C12520BD-90F2-99F7-096E-9FAF3CDE2FDC}"/>
              </a:ext>
            </a:extLst>
          </p:cNvPr>
          <p:cNvSpPr/>
          <p:nvPr/>
        </p:nvSpPr>
        <p:spPr>
          <a:xfrm>
            <a:off x="5619849" y="5500982"/>
            <a:ext cx="564008" cy="438807"/>
          </a:xfrm>
          <a:prstGeom prst="rect">
            <a:avLst/>
          </a:prstGeom>
          <a:solidFill>
            <a:schemeClr val="accent5">
              <a:lumMod val="40000"/>
              <a:lumOff val="60000"/>
            </a:schemeClr>
          </a:solidFill>
          <a:ln>
            <a:solidFill>
              <a:schemeClr val="accent5"/>
            </a:solidFill>
          </a:ln>
          <a:effectLst>
            <a:outerShdw blurRad="50800" dist="38100" dir="2700000" algn="tl" rotWithShape="0">
              <a:prstClr val="black">
                <a:alpha val="40000"/>
              </a:prstClr>
            </a:outerShdw>
          </a:effectLst>
          <a:scene3d>
            <a:camera prst="orthographicFront"/>
            <a:lightRig rig="threePt" dir="t"/>
          </a:scene3d>
          <a:sp3d extrusionH="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6" name="正方形/長方形 65">
            <a:extLst>
              <a:ext uri="{FF2B5EF4-FFF2-40B4-BE49-F238E27FC236}">
                <a16:creationId xmlns:a16="http://schemas.microsoft.com/office/drawing/2014/main" id="{587B15F7-E509-3F1D-7D32-117831636756}"/>
              </a:ext>
            </a:extLst>
          </p:cNvPr>
          <p:cNvSpPr/>
          <p:nvPr/>
        </p:nvSpPr>
        <p:spPr>
          <a:xfrm>
            <a:off x="5567921" y="5545190"/>
            <a:ext cx="108000" cy="108000"/>
          </a:xfrm>
          <a:prstGeom prst="rect">
            <a:avLst/>
          </a:prstGeom>
          <a:solidFill>
            <a:schemeClr val="tx2">
              <a:lumMod val="40000"/>
              <a:lumOff val="60000"/>
            </a:schemeClr>
          </a:solidFill>
          <a:ln>
            <a:solidFill>
              <a:schemeClr val="tx2">
                <a:lumMod val="75000"/>
              </a:schemeClr>
            </a:solidFill>
          </a:ln>
          <a:effectLst>
            <a:outerShdw blurRad="50800" dist="38100" dir="2700000" algn="tl" rotWithShape="0">
              <a:prstClr val="black">
                <a:alpha val="40000"/>
              </a:prstClr>
            </a:outerShdw>
          </a:effectLst>
          <a:scene3d>
            <a:camera prst="orthographicFront"/>
            <a:lightRig rig="threePt" dir="t"/>
          </a:scene3d>
          <a:sp3d extrusionH="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7" name="正方形/長方形 66">
            <a:extLst>
              <a:ext uri="{FF2B5EF4-FFF2-40B4-BE49-F238E27FC236}">
                <a16:creationId xmlns:a16="http://schemas.microsoft.com/office/drawing/2014/main" id="{FC671FCE-2A9B-1233-4359-F59243074562}"/>
              </a:ext>
            </a:extLst>
          </p:cNvPr>
          <p:cNvSpPr/>
          <p:nvPr/>
        </p:nvSpPr>
        <p:spPr>
          <a:xfrm>
            <a:off x="5175681" y="4815150"/>
            <a:ext cx="108000" cy="108000"/>
          </a:xfrm>
          <a:prstGeom prst="rect">
            <a:avLst/>
          </a:prstGeom>
          <a:solidFill>
            <a:schemeClr val="tx2">
              <a:lumMod val="40000"/>
              <a:lumOff val="60000"/>
            </a:schemeClr>
          </a:solidFill>
          <a:ln>
            <a:solidFill>
              <a:schemeClr val="tx2">
                <a:lumMod val="75000"/>
              </a:schemeClr>
            </a:solidFill>
          </a:ln>
          <a:effectLst>
            <a:outerShdw blurRad="50800" dist="38100" dir="2700000" algn="tl" rotWithShape="0">
              <a:prstClr val="black">
                <a:alpha val="40000"/>
              </a:prstClr>
            </a:outerShdw>
          </a:effectLst>
          <a:scene3d>
            <a:camera prst="orthographicFront"/>
            <a:lightRig rig="threePt" dir="t"/>
          </a:scene3d>
          <a:sp3d extrusionH="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正方形/長方形 68">
            <a:extLst>
              <a:ext uri="{FF2B5EF4-FFF2-40B4-BE49-F238E27FC236}">
                <a16:creationId xmlns:a16="http://schemas.microsoft.com/office/drawing/2014/main" id="{66604F93-86C8-6B31-A5CF-22CF64F0457F}"/>
              </a:ext>
            </a:extLst>
          </p:cNvPr>
          <p:cNvSpPr/>
          <p:nvPr/>
        </p:nvSpPr>
        <p:spPr>
          <a:xfrm>
            <a:off x="5565849" y="5757334"/>
            <a:ext cx="108000" cy="108000"/>
          </a:xfrm>
          <a:prstGeom prst="rect">
            <a:avLst/>
          </a:prstGeom>
          <a:solidFill>
            <a:schemeClr val="tx2">
              <a:lumMod val="40000"/>
              <a:lumOff val="60000"/>
            </a:schemeClr>
          </a:solidFill>
          <a:ln>
            <a:solidFill>
              <a:schemeClr val="tx2">
                <a:lumMod val="75000"/>
              </a:schemeClr>
            </a:solidFill>
          </a:ln>
          <a:effectLst>
            <a:outerShdw blurRad="50800" dist="38100" dir="2700000" algn="tl" rotWithShape="0">
              <a:prstClr val="black">
                <a:alpha val="40000"/>
              </a:prstClr>
            </a:outerShdw>
          </a:effectLst>
          <a:scene3d>
            <a:camera prst="orthographicFront"/>
            <a:lightRig rig="threePt" dir="t"/>
          </a:scene3d>
          <a:sp3d extrusionH="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1" name="直線コネクタ 57">
            <a:extLst>
              <a:ext uri="{FF2B5EF4-FFF2-40B4-BE49-F238E27FC236}">
                <a16:creationId xmlns:a16="http://schemas.microsoft.com/office/drawing/2014/main" id="{1E82473C-BAC4-3956-F20D-A098A3668828}"/>
              </a:ext>
            </a:extLst>
          </p:cNvPr>
          <p:cNvCxnSpPr>
            <a:cxnSpLocks/>
            <a:stCxn id="76" idx="3"/>
            <a:endCxn id="69" idx="1"/>
          </p:cNvCxnSpPr>
          <p:nvPr/>
        </p:nvCxnSpPr>
        <p:spPr>
          <a:xfrm>
            <a:off x="4321044" y="5330256"/>
            <a:ext cx="1244805" cy="481078"/>
          </a:xfrm>
          <a:prstGeom prst="bentConnector3">
            <a:avLst>
              <a:gd name="adj1" fmla="val 15567"/>
            </a:avLst>
          </a:prstGeom>
          <a:ln w="15875">
            <a:solidFill>
              <a:schemeClr val="tx2">
                <a:lumMod val="60000"/>
                <a:lumOff val="40000"/>
              </a:schemeClr>
            </a:solidFill>
          </a:ln>
          <a:effectLst>
            <a:outerShdw blurRad="50800" dist="38100" dir="2700000" algn="tl" rotWithShape="0">
              <a:prstClr val="black">
                <a:alpha val="40000"/>
              </a:prstClr>
            </a:outerShdw>
          </a:effectLst>
          <a:scene3d>
            <a:camera prst="orthographicFront"/>
            <a:lightRig rig="threePt" dir="t"/>
          </a:scene3d>
          <a:sp3d extrusionH="25400"/>
        </p:spPr>
        <p:style>
          <a:lnRef idx="1">
            <a:schemeClr val="accent1"/>
          </a:lnRef>
          <a:fillRef idx="0">
            <a:schemeClr val="accent1"/>
          </a:fillRef>
          <a:effectRef idx="0">
            <a:schemeClr val="accent1"/>
          </a:effectRef>
          <a:fontRef idx="minor">
            <a:schemeClr val="tx1"/>
          </a:fontRef>
        </p:style>
      </p:cxnSp>
      <p:cxnSp>
        <p:nvCxnSpPr>
          <p:cNvPr id="72" name="直線コネクタ 57">
            <a:extLst>
              <a:ext uri="{FF2B5EF4-FFF2-40B4-BE49-F238E27FC236}">
                <a16:creationId xmlns:a16="http://schemas.microsoft.com/office/drawing/2014/main" id="{A9DDC850-1DB0-6BE9-3A3A-4EF56A04AAAE}"/>
              </a:ext>
            </a:extLst>
          </p:cNvPr>
          <p:cNvCxnSpPr>
            <a:cxnSpLocks/>
            <a:stCxn id="85" idx="3"/>
            <a:endCxn id="79" idx="1"/>
          </p:cNvCxnSpPr>
          <p:nvPr/>
        </p:nvCxnSpPr>
        <p:spPr>
          <a:xfrm>
            <a:off x="6649665" y="4797771"/>
            <a:ext cx="401141" cy="217235"/>
          </a:xfrm>
          <a:prstGeom prst="bentConnector3">
            <a:avLst>
              <a:gd name="adj1" fmla="val 50000"/>
            </a:avLst>
          </a:prstGeom>
          <a:ln w="15875">
            <a:solidFill>
              <a:schemeClr val="tx2">
                <a:lumMod val="60000"/>
                <a:lumOff val="40000"/>
              </a:schemeClr>
            </a:solidFill>
          </a:ln>
          <a:effectLst>
            <a:outerShdw blurRad="50800" dist="38100" dir="2700000" algn="tl" rotWithShape="0">
              <a:prstClr val="black">
                <a:alpha val="40000"/>
              </a:prstClr>
            </a:outerShdw>
          </a:effectLst>
          <a:scene3d>
            <a:camera prst="orthographicFront"/>
            <a:lightRig rig="threePt" dir="t"/>
          </a:scene3d>
          <a:sp3d extrusionH="25400"/>
        </p:spPr>
        <p:style>
          <a:lnRef idx="1">
            <a:schemeClr val="accent1"/>
          </a:lnRef>
          <a:fillRef idx="0">
            <a:schemeClr val="accent1"/>
          </a:fillRef>
          <a:effectRef idx="0">
            <a:schemeClr val="accent1"/>
          </a:effectRef>
          <a:fontRef idx="minor">
            <a:schemeClr val="tx1"/>
          </a:fontRef>
        </p:style>
      </p:cxnSp>
      <p:cxnSp>
        <p:nvCxnSpPr>
          <p:cNvPr id="74" name="直線コネクタ 69">
            <a:extLst>
              <a:ext uri="{FF2B5EF4-FFF2-40B4-BE49-F238E27FC236}">
                <a16:creationId xmlns:a16="http://schemas.microsoft.com/office/drawing/2014/main" id="{C0C2C480-273E-3FDA-A599-4F495BBAD3D1}"/>
              </a:ext>
            </a:extLst>
          </p:cNvPr>
          <p:cNvCxnSpPr>
            <a:cxnSpLocks/>
            <a:stCxn id="67" idx="3"/>
            <a:endCxn id="84" idx="1"/>
          </p:cNvCxnSpPr>
          <p:nvPr/>
        </p:nvCxnSpPr>
        <p:spPr>
          <a:xfrm flipV="1">
            <a:off x="5283681" y="4797771"/>
            <a:ext cx="803048" cy="71379"/>
          </a:xfrm>
          <a:prstGeom prst="bentConnector3">
            <a:avLst>
              <a:gd name="adj1" fmla="val 50000"/>
            </a:avLst>
          </a:prstGeom>
          <a:ln w="15875">
            <a:solidFill>
              <a:schemeClr val="tx2">
                <a:lumMod val="60000"/>
                <a:lumOff val="40000"/>
              </a:schemeClr>
            </a:solidFill>
          </a:ln>
          <a:effectLst>
            <a:outerShdw blurRad="50800" dist="38100" dir="2700000" algn="tl" rotWithShape="0">
              <a:prstClr val="black">
                <a:alpha val="40000"/>
              </a:prstClr>
            </a:outerShdw>
          </a:effectLst>
          <a:scene3d>
            <a:camera prst="orthographicFront"/>
            <a:lightRig rig="threePt" dir="t"/>
          </a:scene3d>
          <a:sp3d extrusionH="25400"/>
        </p:spPr>
        <p:style>
          <a:lnRef idx="1">
            <a:schemeClr val="accent1"/>
          </a:lnRef>
          <a:fillRef idx="0">
            <a:schemeClr val="accent1"/>
          </a:fillRef>
          <a:effectRef idx="0">
            <a:schemeClr val="accent1"/>
          </a:effectRef>
          <a:fontRef idx="minor">
            <a:schemeClr val="tx1"/>
          </a:fontRef>
        </p:style>
      </p:cxnSp>
      <p:cxnSp>
        <p:nvCxnSpPr>
          <p:cNvPr id="75" name="直線コネクタ 69">
            <a:extLst>
              <a:ext uri="{FF2B5EF4-FFF2-40B4-BE49-F238E27FC236}">
                <a16:creationId xmlns:a16="http://schemas.microsoft.com/office/drawing/2014/main" id="{71462DBF-725C-FAD9-585C-214C02B49CFC}"/>
              </a:ext>
            </a:extLst>
          </p:cNvPr>
          <p:cNvCxnSpPr>
            <a:cxnSpLocks/>
            <a:stCxn id="76" idx="3"/>
            <a:endCxn id="63" idx="1"/>
          </p:cNvCxnSpPr>
          <p:nvPr/>
        </p:nvCxnSpPr>
        <p:spPr>
          <a:xfrm flipV="1">
            <a:off x="4321044" y="4918918"/>
            <a:ext cx="385218" cy="411338"/>
          </a:xfrm>
          <a:prstGeom prst="bentConnector3">
            <a:avLst>
              <a:gd name="adj1" fmla="val 50000"/>
            </a:avLst>
          </a:prstGeom>
          <a:ln w="15875">
            <a:solidFill>
              <a:schemeClr val="tx2">
                <a:lumMod val="60000"/>
                <a:lumOff val="40000"/>
              </a:schemeClr>
            </a:solidFill>
          </a:ln>
          <a:effectLst>
            <a:outerShdw blurRad="50800" dist="38100" dir="2700000" algn="tl" rotWithShape="0">
              <a:prstClr val="black">
                <a:alpha val="40000"/>
              </a:prstClr>
            </a:outerShdw>
          </a:effectLst>
          <a:scene3d>
            <a:camera prst="orthographicFront"/>
            <a:lightRig rig="threePt" dir="t"/>
          </a:scene3d>
          <a:sp3d extrusionH="25400"/>
        </p:spPr>
        <p:style>
          <a:lnRef idx="1">
            <a:schemeClr val="accent1"/>
          </a:lnRef>
          <a:fillRef idx="0">
            <a:schemeClr val="accent1"/>
          </a:fillRef>
          <a:effectRef idx="0">
            <a:schemeClr val="accent1"/>
          </a:effectRef>
          <a:fontRef idx="minor">
            <a:schemeClr val="tx1"/>
          </a:fontRef>
        </p:style>
      </p:cxnSp>
      <p:sp>
        <p:nvSpPr>
          <p:cNvPr id="76" name="正方形/長方形 75">
            <a:extLst>
              <a:ext uri="{FF2B5EF4-FFF2-40B4-BE49-F238E27FC236}">
                <a16:creationId xmlns:a16="http://schemas.microsoft.com/office/drawing/2014/main" id="{0C76221D-B313-E561-F32C-84AE7C6BD1EB}"/>
              </a:ext>
            </a:extLst>
          </p:cNvPr>
          <p:cNvSpPr/>
          <p:nvPr/>
        </p:nvSpPr>
        <p:spPr>
          <a:xfrm>
            <a:off x="4213044" y="5276256"/>
            <a:ext cx="108000" cy="108000"/>
          </a:xfrm>
          <a:prstGeom prst="rect">
            <a:avLst/>
          </a:prstGeom>
          <a:solidFill>
            <a:schemeClr val="tx2">
              <a:lumMod val="40000"/>
              <a:lumOff val="60000"/>
            </a:schemeClr>
          </a:solidFill>
          <a:ln>
            <a:solidFill>
              <a:schemeClr val="tx2">
                <a:lumMod val="75000"/>
              </a:schemeClr>
            </a:solidFill>
          </a:ln>
          <a:effectLst>
            <a:outerShdw blurRad="50800" dist="38100" dir="2700000" algn="tl" rotWithShape="0">
              <a:prstClr val="black">
                <a:alpha val="40000"/>
              </a:prstClr>
            </a:outerShdw>
          </a:effectLst>
          <a:scene3d>
            <a:camera prst="orthographicFront"/>
            <a:lightRig rig="threePt" dir="t"/>
          </a:scene3d>
          <a:sp3d extrusionH="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8" name="正方形/長方形 77">
            <a:extLst>
              <a:ext uri="{FF2B5EF4-FFF2-40B4-BE49-F238E27FC236}">
                <a16:creationId xmlns:a16="http://schemas.microsoft.com/office/drawing/2014/main" id="{27D07085-385F-A287-4CEC-D0537255658B}"/>
              </a:ext>
            </a:extLst>
          </p:cNvPr>
          <p:cNvSpPr/>
          <p:nvPr/>
        </p:nvSpPr>
        <p:spPr>
          <a:xfrm>
            <a:off x="7045008" y="5670337"/>
            <a:ext cx="108000" cy="108000"/>
          </a:xfrm>
          <a:prstGeom prst="rect">
            <a:avLst/>
          </a:prstGeom>
          <a:solidFill>
            <a:schemeClr val="tx2">
              <a:lumMod val="40000"/>
              <a:lumOff val="60000"/>
            </a:schemeClr>
          </a:solidFill>
          <a:ln>
            <a:solidFill>
              <a:schemeClr val="tx2">
                <a:lumMod val="75000"/>
              </a:schemeClr>
            </a:solidFill>
          </a:ln>
          <a:effectLst>
            <a:outerShdw blurRad="50800" dist="38100" dir="2700000" algn="tl" rotWithShape="0">
              <a:prstClr val="black">
                <a:alpha val="40000"/>
              </a:prstClr>
            </a:outerShdw>
          </a:effectLst>
          <a:scene3d>
            <a:camera prst="orthographicFront"/>
            <a:lightRig rig="threePt" dir="t"/>
          </a:scene3d>
          <a:sp3d extrusionH="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9" name="正方形/長方形 78">
            <a:extLst>
              <a:ext uri="{FF2B5EF4-FFF2-40B4-BE49-F238E27FC236}">
                <a16:creationId xmlns:a16="http://schemas.microsoft.com/office/drawing/2014/main" id="{5156449C-547A-D54E-4F58-4FA029BF8BC9}"/>
              </a:ext>
            </a:extLst>
          </p:cNvPr>
          <p:cNvSpPr/>
          <p:nvPr/>
        </p:nvSpPr>
        <p:spPr>
          <a:xfrm>
            <a:off x="7050806" y="4961006"/>
            <a:ext cx="108000" cy="108000"/>
          </a:xfrm>
          <a:prstGeom prst="rect">
            <a:avLst/>
          </a:prstGeom>
          <a:solidFill>
            <a:schemeClr val="tx2">
              <a:lumMod val="40000"/>
              <a:lumOff val="60000"/>
            </a:schemeClr>
          </a:solidFill>
          <a:ln>
            <a:solidFill>
              <a:schemeClr val="tx2">
                <a:lumMod val="75000"/>
              </a:schemeClr>
            </a:solidFill>
          </a:ln>
          <a:effectLst>
            <a:outerShdw blurRad="50800" dist="38100" dir="2700000" algn="tl" rotWithShape="0">
              <a:prstClr val="black">
                <a:alpha val="40000"/>
              </a:prstClr>
            </a:outerShdw>
          </a:effectLst>
          <a:scene3d>
            <a:camera prst="orthographicFront"/>
            <a:lightRig rig="threePt" dir="t"/>
          </a:scene3d>
          <a:sp3d extrusionH="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80" name="直線コネクタ 57">
            <a:extLst>
              <a:ext uri="{FF2B5EF4-FFF2-40B4-BE49-F238E27FC236}">
                <a16:creationId xmlns:a16="http://schemas.microsoft.com/office/drawing/2014/main" id="{E7BC48F1-7CE0-1415-CD6C-6CCE3B42AB4B}"/>
              </a:ext>
            </a:extLst>
          </p:cNvPr>
          <p:cNvCxnSpPr>
            <a:cxnSpLocks/>
            <a:stCxn id="64" idx="3"/>
            <a:endCxn id="66" idx="1"/>
          </p:cNvCxnSpPr>
          <p:nvPr/>
        </p:nvCxnSpPr>
        <p:spPr>
          <a:xfrm>
            <a:off x="5283681" y="5061323"/>
            <a:ext cx="284240" cy="537867"/>
          </a:xfrm>
          <a:prstGeom prst="bentConnector3">
            <a:avLst>
              <a:gd name="adj1" fmla="val 50000"/>
            </a:avLst>
          </a:prstGeom>
          <a:ln w="15875">
            <a:solidFill>
              <a:schemeClr val="tx2">
                <a:lumMod val="60000"/>
                <a:lumOff val="40000"/>
              </a:schemeClr>
            </a:solidFill>
          </a:ln>
          <a:effectLst>
            <a:outerShdw blurRad="50800" dist="38100" dir="2700000" algn="tl" rotWithShape="0">
              <a:prstClr val="black">
                <a:alpha val="40000"/>
              </a:prstClr>
            </a:outerShdw>
          </a:effectLst>
          <a:scene3d>
            <a:camera prst="orthographicFront"/>
            <a:lightRig rig="threePt" dir="t"/>
          </a:scene3d>
          <a:sp3d extrusionH="25400"/>
        </p:spPr>
        <p:style>
          <a:lnRef idx="1">
            <a:schemeClr val="accent1"/>
          </a:lnRef>
          <a:fillRef idx="0">
            <a:schemeClr val="accent1"/>
          </a:fillRef>
          <a:effectRef idx="0">
            <a:schemeClr val="accent1"/>
          </a:effectRef>
          <a:fontRef idx="minor">
            <a:schemeClr val="tx1"/>
          </a:fontRef>
        </p:style>
      </p:cxnSp>
      <p:sp>
        <p:nvSpPr>
          <p:cNvPr id="81" name="正方形/長方形 80">
            <a:extLst>
              <a:ext uri="{FF2B5EF4-FFF2-40B4-BE49-F238E27FC236}">
                <a16:creationId xmlns:a16="http://schemas.microsoft.com/office/drawing/2014/main" id="{BAD2403D-9FC7-2DFA-8609-A6DC2CFFA79E}"/>
              </a:ext>
            </a:extLst>
          </p:cNvPr>
          <p:cNvSpPr/>
          <p:nvPr/>
        </p:nvSpPr>
        <p:spPr>
          <a:xfrm>
            <a:off x="6129857" y="5666385"/>
            <a:ext cx="108000" cy="108000"/>
          </a:xfrm>
          <a:prstGeom prst="rect">
            <a:avLst/>
          </a:prstGeom>
          <a:solidFill>
            <a:schemeClr val="tx2">
              <a:lumMod val="40000"/>
              <a:lumOff val="60000"/>
            </a:schemeClr>
          </a:solidFill>
          <a:ln>
            <a:solidFill>
              <a:schemeClr val="tx2">
                <a:lumMod val="75000"/>
              </a:schemeClr>
            </a:solidFill>
          </a:ln>
          <a:effectLst>
            <a:outerShdw blurRad="50800" dist="38100" dir="2700000" algn="tl" rotWithShape="0">
              <a:prstClr val="black">
                <a:alpha val="40000"/>
              </a:prstClr>
            </a:outerShdw>
          </a:effectLst>
          <a:scene3d>
            <a:camera prst="orthographicFront"/>
            <a:lightRig rig="threePt" dir="t"/>
          </a:scene3d>
          <a:sp3d extrusionH="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2" name="正方形/長方形 81">
            <a:extLst>
              <a:ext uri="{FF2B5EF4-FFF2-40B4-BE49-F238E27FC236}">
                <a16:creationId xmlns:a16="http://schemas.microsoft.com/office/drawing/2014/main" id="{3AAA6D00-6F0C-1B55-C6CA-F88425EE6BDA}"/>
              </a:ext>
            </a:extLst>
          </p:cNvPr>
          <p:cNvSpPr/>
          <p:nvPr/>
        </p:nvSpPr>
        <p:spPr>
          <a:xfrm>
            <a:off x="6138037" y="4612245"/>
            <a:ext cx="452795" cy="399943"/>
          </a:xfrm>
          <a:prstGeom prst="rect">
            <a:avLst/>
          </a:prstGeom>
          <a:solidFill>
            <a:schemeClr val="accent5">
              <a:lumMod val="40000"/>
              <a:lumOff val="60000"/>
            </a:schemeClr>
          </a:solidFill>
          <a:ln>
            <a:solidFill>
              <a:schemeClr val="accent5"/>
            </a:solidFill>
          </a:ln>
          <a:effectLst>
            <a:outerShdw blurRad="50800" dist="38100" dir="2700000" algn="tl" rotWithShape="0">
              <a:prstClr val="black">
                <a:alpha val="40000"/>
              </a:prstClr>
            </a:outerShdw>
          </a:effectLst>
          <a:scene3d>
            <a:camera prst="orthographicFront"/>
            <a:lightRig rig="threePt" dir="t"/>
          </a:scene3d>
          <a:sp3d extrusionH="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83" name="直線コネクタ 57">
            <a:extLst>
              <a:ext uri="{FF2B5EF4-FFF2-40B4-BE49-F238E27FC236}">
                <a16:creationId xmlns:a16="http://schemas.microsoft.com/office/drawing/2014/main" id="{5F7B15C9-682D-C030-840C-350D6DD4FDF0}"/>
              </a:ext>
            </a:extLst>
          </p:cNvPr>
          <p:cNvCxnSpPr>
            <a:cxnSpLocks/>
            <a:stCxn id="81" idx="3"/>
            <a:endCxn id="78" idx="1"/>
          </p:cNvCxnSpPr>
          <p:nvPr/>
        </p:nvCxnSpPr>
        <p:spPr>
          <a:xfrm>
            <a:off x="6237857" y="5720385"/>
            <a:ext cx="807151" cy="3952"/>
          </a:xfrm>
          <a:prstGeom prst="bentConnector3">
            <a:avLst>
              <a:gd name="adj1" fmla="val 50000"/>
            </a:avLst>
          </a:prstGeom>
          <a:ln w="15875">
            <a:solidFill>
              <a:schemeClr val="tx2">
                <a:lumMod val="60000"/>
                <a:lumOff val="40000"/>
              </a:schemeClr>
            </a:solidFill>
          </a:ln>
          <a:effectLst>
            <a:outerShdw blurRad="50800" dist="38100" dir="2700000" algn="tl" rotWithShape="0">
              <a:prstClr val="black">
                <a:alpha val="40000"/>
              </a:prstClr>
            </a:outerShdw>
          </a:effectLst>
          <a:scene3d>
            <a:camera prst="orthographicFront"/>
            <a:lightRig rig="threePt" dir="t"/>
          </a:scene3d>
          <a:sp3d extrusionH="25400"/>
        </p:spPr>
        <p:style>
          <a:lnRef idx="1">
            <a:schemeClr val="accent1"/>
          </a:lnRef>
          <a:fillRef idx="0">
            <a:schemeClr val="accent1"/>
          </a:fillRef>
          <a:effectRef idx="0">
            <a:schemeClr val="accent1"/>
          </a:effectRef>
          <a:fontRef idx="minor">
            <a:schemeClr val="tx1"/>
          </a:fontRef>
        </p:style>
      </p:cxnSp>
      <p:sp>
        <p:nvSpPr>
          <p:cNvPr id="84" name="正方形/長方形 83">
            <a:extLst>
              <a:ext uri="{FF2B5EF4-FFF2-40B4-BE49-F238E27FC236}">
                <a16:creationId xmlns:a16="http://schemas.microsoft.com/office/drawing/2014/main" id="{D53DCEAF-FC2C-9C06-2C65-1671AE473CFA}"/>
              </a:ext>
            </a:extLst>
          </p:cNvPr>
          <p:cNvSpPr/>
          <p:nvPr/>
        </p:nvSpPr>
        <p:spPr>
          <a:xfrm>
            <a:off x="6086729" y="4743771"/>
            <a:ext cx="108000" cy="108000"/>
          </a:xfrm>
          <a:prstGeom prst="rect">
            <a:avLst/>
          </a:prstGeom>
          <a:solidFill>
            <a:schemeClr val="tx2">
              <a:lumMod val="40000"/>
              <a:lumOff val="60000"/>
            </a:schemeClr>
          </a:solidFill>
          <a:ln>
            <a:solidFill>
              <a:schemeClr val="tx2">
                <a:lumMod val="75000"/>
              </a:schemeClr>
            </a:solidFill>
          </a:ln>
          <a:effectLst>
            <a:outerShdw blurRad="50800" dist="38100" dir="2700000" algn="tl" rotWithShape="0">
              <a:prstClr val="black">
                <a:alpha val="40000"/>
              </a:prstClr>
            </a:outerShdw>
          </a:effectLst>
          <a:scene3d>
            <a:camera prst="orthographicFront"/>
            <a:lightRig rig="threePt" dir="t"/>
          </a:scene3d>
          <a:sp3d extrusionH="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5" name="正方形/長方形 84">
            <a:extLst>
              <a:ext uri="{FF2B5EF4-FFF2-40B4-BE49-F238E27FC236}">
                <a16:creationId xmlns:a16="http://schemas.microsoft.com/office/drawing/2014/main" id="{EABEB7DC-F141-0D35-7912-BDF3D3413562}"/>
              </a:ext>
            </a:extLst>
          </p:cNvPr>
          <p:cNvSpPr/>
          <p:nvPr/>
        </p:nvSpPr>
        <p:spPr>
          <a:xfrm>
            <a:off x="6541665" y="4743771"/>
            <a:ext cx="108000" cy="108000"/>
          </a:xfrm>
          <a:prstGeom prst="rect">
            <a:avLst/>
          </a:prstGeom>
          <a:solidFill>
            <a:schemeClr val="tx2">
              <a:lumMod val="40000"/>
              <a:lumOff val="60000"/>
            </a:schemeClr>
          </a:solidFill>
          <a:ln>
            <a:solidFill>
              <a:schemeClr val="tx2">
                <a:lumMod val="75000"/>
              </a:schemeClr>
            </a:solidFill>
          </a:ln>
          <a:effectLst>
            <a:outerShdw blurRad="50800" dist="38100" dir="2700000" algn="tl" rotWithShape="0">
              <a:prstClr val="black">
                <a:alpha val="40000"/>
              </a:prstClr>
            </a:outerShdw>
          </a:effectLst>
          <a:scene3d>
            <a:camera prst="orthographicFront"/>
            <a:lightRig rig="threePt" dir="t"/>
          </a:scene3d>
          <a:sp3d extrusionH="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87" name="直線コネクタ 86">
            <a:extLst>
              <a:ext uri="{FF2B5EF4-FFF2-40B4-BE49-F238E27FC236}">
                <a16:creationId xmlns:a16="http://schemas.microsoft.com/office/drawing/2014/main" id="{60716197-21CB-133B-1EE3-C2D46743425B}"/>
              </a:ext>
            </a:extLst>
          </p:cNvPr>
          <p:cNvCxnSpPr>
            <a:cxnSpLocks/>
          </p:cNvCxnSpPr>
          <p:nvPr/>
        </p:nvCxnSpPr>
        <p:spPr>
          <a:xfrm flipH="1">
            <a:off x="4264618" y="3837820"/>
            <a:ext cx="1148545" cy="600020"/>
          </a:xfrm>
          <a:prstGeom prst="line">
            <a:avLst/>
          </a:prstGeom>
          <a:ln w="1270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88" name="直線コネクタ 87">
            <a:extLst>
              <a:ext uri="{FF2B5EF4-FFF2-40B4-BE49-F238E27FC236}">
                <a16:creationId xmlns:a16="http://schemas.microsoft.com/office/drawing/2014/main" id="{6AA9895E-4C6C-CB5D-BA86-E46DE7900593}"/>
              </a:ext>
            </a:extLst>
          </p:cNvPr>
          <p:cNvCxnSpPr>
            <a:cxnSpLocks/>
          </p:cNvCxnSpPr>
          <p:nvPr/>
        </p:nvCxnSpPr>
        <p:spPr>
          <a:xfrm>
            <a:off x="5992547" y="3851043"/>
            <a:ext cx="1113471" cy="565353"/>
          </a:xfrm>
          <a:prstGeom prst="line">
            <a:avLst/>
          </a:prstGeom>
          <a:ln w="1270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89" name="直線コネクタ 88">
            <a:extLst>
              <a:ext uri="{FF2B5EF4-FFF2-40B4-BE49-F238E27FC236}">
                <a16:creationId xmlns:a16="http://schemas.microsoft.com/office/drawing/2014/main" id="{2094185B-D02E-FAF3-FFA8-66895FA5B948}"/>
              </a:ext>
            </a:extLst>
          </p:cNvPr>
          <p:cNvCxnSpPr>
            <a:cxnSpLocks/>
          </p:cNvCxnSpPr>
          <p:nvPr/>
        </p:nvCxnSpPr>
        <p:spPr>
          <a:xfrm flipV="1">
            <a:off x="3786173" y="4272403"/>
            <a:ext cx="3878788" cy="23783"/>
          </a:xfrm>
          <a:prstGeom prst="line">
            <a:avLst/>
          </a:prstGeom>
          <a:ln w="25400">
            <a:solidFill>
              <a:schemeClr val="bg1">
                <a:lumMod val="65000"/>
                <a:alpha val="50000"/>
              </a:schemeClr>
            </a:solidFill>
          </a:ln>
        </p:spPr>
        <p:style>
          <a:lnRef idx="1">
            <a:schemeClr val="accent1"/>
          </a:lnRef>
          <a:fillRef idx="0">
            <a:schemeClr val="accent1"/>
          </a:fillRef>
          <a:effectRef idx="0">
            <a:schemeClr val="accent1"/>
          </a:effectRef>
          <a:fontRef idx="minor">
            <a:schemeClr val="tx1"/>
          </a:fontRef>
        </p:style>
      </p:cxnSp>
      <p:sp>
        <p:nvSpPr>
          <p:cNvPr id="90" name="テキスト ボックス 89">
            <a:extLst>
              <a:ext uri="{FF2B5EF4-FFF2-40B4-BE49-F238E27FC236}">
                <a16:creationId xmlns:a16="http://schemas.microsoft.com/office/drawing/2014/main" id="{395DD876-AD1C-10D6-919D-0421CD72E50B}"/>
              </a:ext>
            </a:extLst>
          </p:cNvPr>
          <p:cNvSpPr txBox="1"/>
          <p:nvPr/>
        </p:nvSpPr>
        <p:spPr>
          <a:xfrm>
            <a:off x="3717381" y="3473303"/>
            <a:ext cx="474577" cy="338554"/>
          </a:xfrm>
          <a:prstGeom prst="rect">
            <a:avLst/>
          </a:prstGeom>
          <a:noFill/>
        </p:spPr>
        <p:txBody>
          <a:bodyPr wrap="square" rtlCol="0">
            <a:spAutoFit/>
          </a:bodyPr>
          <a:lstStyle/>
          <a:p>
            <a:r>
              <a:rPr kumimoji="1" lang="en-US" altLang="ja-JP" sz="1600" b="1" dirty="0">
                <a:solidFill>
                  <a:schemeClr val="tx2"/>
                </a:solidFill>
              </a:rPr>
              <a:t>L1</a:t>
            </a:r>
            <a:endParaRPr kumimoji="1" lang="ja-JP" altLang="en-US" sz="1600" b="1" dirty="0">
              <a:solidFill>
                <a:schemeClr val="tx2"/>
              </a:solidFill>
            </a:endParaRPr>
          </a:p>
        </p:txBody>
      </p:sp>
      <p:sp>
        <p:nvSpPr>
          <p:cNvPr id="91" name="テキスト ボックス 90">
            <a:extLst>
              <a:ext uri="{FF2B5EF4-FFF2-40B4-BE49-F238E27FC236}">
                <a16:creationId xmlns:a16="http://schemas.microsoft.com/office/drawing/2014/main" id="{E3A9BFF8-7ECA-C72A-FA48-B44F57515E15}"/>
              </a:ext>
            </a:extLst>
          </p:cNvPr>
          <p:cNvSpPr txBox="1"/>
          <p:nvPr/>
        </p:nvSpPr>
        <p:spPr>
          <a:xfrm>
            <a:off x="3703538" y="5023957"/>
            <a:ext cx="481831" cy="338554"/>
          </a:xfrm>
          <a:prstGeom prst="rect">
            <a:avLst/>
          </a:prstGeom>
          <a:noFill/>
        </p:spPr>
        <p:txBody>
          <a:bodyPr wrap="square" rtlCol="0">
            <a:spAutoFit/>
          </a:bodyPr>
          <a:lstStyle/>
          <a:p>
            <a:r>
              <a:rPr kumimoji="1" lang="en-US" altLang="ja-JP" sz="1600" b="1" dirty="0">
                <a:solidFill>
                  <a:schemeClr val="tx2"/>
                </a:solidFill>
              </a:rPr>
              <a:t>L2</a:t>
            </a:r>
            <a:endParaRPr kumimoji="1" lang="ja-JP" altLang="en-US" sz="1600" b="1" dirty="0">
              <a:solidFill>
                <a:schemeClr val="tx2"/>
              </a:solidFill>
            </a:endParaRPr>
          </a:p>
        </p:txBody>
      </p:sp>
      <p:grpSp>
        <p:nvGrpSpPr>
          <p:cNvPr id="92" name="グループ化 91">
            <a:extLst>
              <a:ext uri="{FF2B5EF4-FFF2-40B4-BE49-F238E27FC236}">
                <a16:creationId xmlns:a16="http://schemas.microsoft.com/office/drawing/2014/main" id="{9FD70A97-54A9-9103-B640-119AD41E2F21}"/>
              </a:ext>
            </a:extLst>
          </p:cNvPr>
          <p:cNvGrpSpPr/>
          <p:nvPr/>
        </p:nvGrpSpPr>
        <p:grpSpPr>
          <a:xfrm>
            <a:off x="4750208" y="2016894"/>
            <a:ext cx="930040" cy="488877"/>
            <a:chOff x="4132442" y="2100221"/>
            <a:chExt cx="1374752" cy="852862"/>
          </a:xfrm>
        </p:grpSpPr>
        <p:sp>
          <p:nvSpPr>
            <p:cNvPr id="93" name="四角形: メモ 92">
              <a:extLst>
                <a:ext uri="{FF2B5EF4-FFF2-40B4-BE49-F238E27FC236}">
                  <a16:creationId xmlns:a16="http://schemas.microsoft.com/office/drawing/2014/main" id="{8902AE76-A4BE-A885-419A-D5D01D3FB88A}"/>
                </a:ext>
              </a:extLst>
            </p:cNvPr>
            <p:cNvSpPr/>
            <p:nvPr/>
          </p:nvSpPr>
          <p:spPr>
            <a:xfrm>
              <a:off x="4132442" y="2100221"/>
              <a:ext cx="1298911" cy="787960"/>
            </a:xfrm>
            <a:prstGeom prst="foldedCorner">
              <a:avLst/>
            </a:prstGeom>
            <a:solidFill>
              <a:schemeClr val="accent2">
                <a:lumMod val="40000"/>
                <a:lumOff val="60000"/>
              </a:schemeClr>
            </a:solidFill>
            <a:ln>
              <a:solidFill>
                <a:schemeClr val="accent2"/>
              </a:solidFill>
            </a:ln>
          </p:spPr>
          <p:style>
            <a:lnRef idx="0">
              <a:scrgbClr r="0" g="0" b="0"/>
            </a:lnRef>
            <a:fillRef idx="0">
              <a:scrgbClr r="0" g="0" b="0"/>
            </a:fillRef>
            <a:effectRef idx="0">
              <a:scrgbClr r="0" g="0" b="0"/>
            </a:effectRef>
            <a:fontRef idx="minor">
              <a:schemeClr val="lt1"/>
            </a:fontRef>
          </p:style>
          <p:txBody>
            <a:bodyPr lIns="0" tIns="36000" rIns="0" bIns="0" rtlCol="0" anchor="ctr"/>
            <a:lstStyle/>
            <a:p>
              <a:pPr algn="ctr"/>
              <a:endParaRPr lang="en-US" altLang="ja-JP" sz="1200" b="1" dirty="0">
                <a:solidFill>
                  <a:schemeClr val="tx2"/>
                </a:solidFill>
              </a:endParaRPr>
            </a:p>
          </p:txBody>
        </p:sp>
        <p:sp>
          <p:nvSpPr>
            <p:cNvPr id="94" name="四角形: メモ 93">
              <a:extLst>
                <a:ext uri="{FF2B5EF4-FFF2-40B4-BE49-F238E27FC236}">
                  <a16:creationId xmlns:a16="http://schemas.microsoft.com/office/drawing/2014/main" id="{E7D49D59-B9DF-B2C6-378E-E323D6220A8A}"/>
                </a:ext>
              </a:extLst>
            </p:cNvPr>
            <p:cNvSpPr/>
            <p:nvPr/>
          </p:nvSpPr>
          <p:spPr>
            <a:xfrm>
              <a:off x="4208283" y="2165123"/>
              <a:ext cx="1298911" cy="787960"/>
            </a:xfrm>
            <a:prstGeom prst="foldedCorner">
              <a:avLst/>
            </a:prstGeom>
            <a:solidFill>
              <a:schemeClr val="accent2">
                <a:lumMod val="40000"/>
                <a:lumOff val="60000"/>
              </a:schemeClr>
            </a:solidFill>
            <a:ln>
              <a:solidFill>
                <a:schemeClr val="accent2"/>
              </a:solidFill>
            </a:ln>
          </p:spPr>
          <p:style>
            <a:lnRef idx="0">
              <a:scrgbClr r="0" g="0" b="0"/>
            </a:lnRef>
            <a:fillRef idx="0">
              <a:scrgbClr r="0" g="0" b="0"/>
            </a:fillRef>
            <a:effectRef idx="0">
              <a:scrgbClr r="0" g="0" b="0"/>
            </a:effectRef>
            <a:fontRef idx="minor">
              <a:schemeClr val="lt1"/>
            </a:fontRef>
          </p:style>
          <p:txBody>
            <a:bodyPr lIns="0" tIns="36000" rIns="0" bIns="0" rtlCol="0" anchor="ctr"/>
            <a:lstStyle/>
            <a:p>
              <a:pPr algn="ctr"/>
              <a:r>
                <a:rPr lang="ja-JP" altLang="en-US" sz="1200" b="1" u="sng" dirty="0">
                  <a:solidFill>
                    <a:schemeClr val="tx2"/>
                  </a:solidFill>
                </a:rPr>
                <a:t>検証結果</a:t>
              </a:r>
              <a:endParaRPr lang="en-US" altLang="ja-JP" sz="1200" b="1" u="sng" dirty="0">
                <a:solidFill>
                  <a:schemeClr val="tx2"/>
                </a:solidFill>
              </a:endParaRPr>
            </a:p>
          </p:txBody>
        </p:sp>
      </p:grpSp>
      <p:grpSp>
        <p:nvGrpSpPr>
          <p:cNvPr id="95" name="グループ化 94">
            <a:extLst>
              <a:ext uri="{FF2B5EF4-FFF2-40B4-BE49-F238E27FC236}">
                <a16:creationId xmlns:a16="http://schemas.microsoft.com/office/drawing/2014/main" id="{870EBA0D-8364-07C0-FC7E-3993E67F36E6}"/>
              </a:ext>
            </a:extLst>
          </p:cNvPr>
          <p:cNvGrpSpPr/>
          <p:nvPr/>
        </p:nvGrpSpPr>
        <p:grpSpPr>
          <a:xfrm>
            <a:off x="5877967" y="2035437"/>
            <a:ext cx="930040" cy="479285"/>
            <a:chOff x="4132442" y="2100221"/>
            <a:chExt cx="1374752" cy="852862"/>
          </a:xfrm>
        </p:grpSpPr>
        <p:sp>
          <p:nvSpPr>
            <p:cNvPr id="96" name="四角形: メモ 95">
              <a:extLst>
                <a:ext uri="{FF2B5EF4-FFF2-40B4-BE49-F238E27FC236}">
                  <a16:creationId xmlns:a16="http://schemas.microsoft.com/office/drawing/2014/main" id="{E78EC3D1-FA28-53D4-84C5-A7B5481FF846}"/>
                </a:ext>
              </a:extLst>
            </p:cNvPr>
            <p:cNvSpPr/>
            <p:nvPr/>
          </p:nvSpPr>
          <p:spPr>
            <a:xfrm>
              <a:off x="4132442" y="2100221"/>
              <a:ext cx="1298911" cy="787960"/>
            </a:xfrm>
            <a:prstGeom prst="foldedCorner">
              <a:avLst/>
            </a:prstGeom>
            <a:solidFill>
              <a:schemeClr val="accent2">
                <a:lumMod val="40000"/>
                <a:lumOff val="60000"/>
              </a:schemeClr>
            </a:solidFill>
            <a:ln>
              <a:solidFill>
                <a:schemeClr val="accent2"/>
              </a:solidFill>
            </a:ln>
          </p:spPr>
          <p:style>
            <a:lnRef idx="0">
              <a:scrgbClr r="0" g="0" b="0"/>
            </a:lnRef>
            <a:fillRef idx="0">
              <a:scrgbClr r="0" g="0" b="0"/>
            </a:fillRef>
            <a:effectRef idx="0">
              <a:scrgbClr r="0" g="0" b="0"/>
            </a:effectRef>
            <a:fontRef idx="minor">
              <a:schemeClr val="lt1"/>
            </a:fontRef>
          </p:style>
          <p:txBody>
            <a:bodyPr lIns="0" tIns="36000" rIns="0" bIns="0" rtlCol="0" anchor="ctr"/>
            <a:lstStyle/>
            <a:p>
              <a:pPr algn="ctr"/>
              <a:endParaRPr lang="en-US" altLang="ja-JP" sz="1200" b="1" dirty="0">
                <a:solidFill>
                  <a:schemeClr val="tx2"/>
                </a:solidFill>
              </a:endParaRPr>
            </a:p>
          </p:txBody>
        </p:sp>
        <p:sp>
          <p:nvSpPr>
            <p:cNvPr id="97" name="四角形: メモ 96">
              <a:extLst>
                <a:ext uri="{FF2B5EF4-FFF2-40B4-BE49-F238E27FC236}">
                  <a16:creationId xmlns:a16="http://schemas.microsoft.com/office/drawing/2014/main" id="{6FFC92C9-779C-98CB-80E2-6019A8B12F4E}"/>
                </a:ext>
              </a:extLst>
            </p:cNvPr>
            <p:cNvSpPr/>
            <p:nvPr/>
          </p:nvSpPr>
          <p:spPr>
            <a:xfrm>
              <a:off x="4208285" y="2165123"/>
              <a:ext cx="1298909" cy="787960"/>
            </a:xfrm>
            <a:prstGeom prst="foldedCorner">
              <a:avLst/>
            </a:prstGeom>
            <a:solidFill>
              <a:schemeClr val="accent2">
                <a:lumMod val="40000"/>
                <a:lumOff val="60000"/>
              </a:schemeClr>
            </a:solidFill>
            <a:ln>
              <a:solidFill>
                <a:schemeClr val="accent2"/>
              </a:solidFill>
            </a:ln>
          </p:spPr>
          <p:style>
            <a:lnRef idx="0">
              <a:scrgbClr r="0" g="0" b="0"/>
            </a:lnRef>
            <a:fillRef idx="0">
              <a:scrgbClr r="0" g="0" b="0"/>
            </a:fillRef>
            <a:effectRef idx="0">
              <a:scrgbClr r="0" g="0" b="0"/>
            </a:effectRef>
            <a:fontRef idx="minor">
              <a:schemeClr val="lt1"/>
            </a:fontRef>
          </p:style>
          <p:txBody>
            <a:bodyPr lIns="0" tIns="36000" rIns="0" bIns="0" rtlCol="0" anchor="ctr"/>
            <a:lstStyle/>
            <a:p>
              <a:pPr algn="ctr"/>
              <a:r>
                <a:rPr lang="ja-JP" altLang="en-US" sz="1200" b="1" u="sng" dirty="0">
                  <a:solidFill>
                    <a:schemeClr val="tx2"/>
                  </a:solidFill>
                </a:rPr>
                <a:t>振る舞い図</a:t>
              </a:r>
              <a:endParaRPr lang="en-US" altLang="ja-JP" sz="1200" b="1" u="sng" dirty="0">
                <a:solidFill>
                  <a:schemeClr val="tx2"/>
                </a:solidFill>
              </a:endParaRPr>
            </a:p>
          </p:txBody>
        </p:sp>
      </p:grpSp>
      <p:sp>
        <p:nvSpPr>
          <p:cNvPr id="98" name="テキスト ボックス 97">
            <a:extLst>
              <a:ext uri="{FF2B5EF4-FFF2-40B4-BE49-F238E27FC236}">
                <a16:creationId xmlns:a16="http://schemas.microsoft.com/office/drawing/2014/main" id="{75DD8B78-A806-34F8-8985-653193DCB960}"/>
              </a:ext>
            </a:extLst>
          </p:cNvPr>
          <p:cNvSpPr txBox="1"/>
          <p:nvPr/>
        </p:nvSpPr>
        <p:spPr>
          <a:xfrm>
            <a:off x="3700432" y="2797026"/>
            <a:ext cx="1076532" cy="276999"/>
          </a:xfrm>
          <a:prstGeom prst="rect">
            <a:avLst/>
          </a:prstGeom>
          <a:noFill/>
        </p:spPr>
        <p:txBody>
          <a:bodyPr wrap="square" rtlCol="0">
            <a:spAutoFit/>
          </a:bodyPr>
          <a:lstStyle/>
          <a:p>
            <a:r>
              <a:rPr lang="ja-JP" altLang="en-US" sz="1200" b="1" u="sng" dirty="0">
                <a:solidFill>
                  <a:schemeClr val="tx2"/>
                </a:solidFill>
              </a:rPr>
              <a:t>アーキテクチャ</a:t>
            </a:r>
          </a:p>
        </p:txBody>
      </p:sp>
      <p:sp>
        <p:nvSpPr>
          <p:cNvPr id="99" name="正方形/長方形 98">
            <a:extLst>
              <a:ext uri="{FF2B5EF4-FFF2-40B4-BE49-F238E27FC236}">
                <a16:creationId xmlns:a16="http://schemas.microsoft.com/office/drawing/2014/main" id="{FAB4D96B-917C-D7AB-5BB8-93ADD56CAA42}"/>
              </a:ext>
            </a:extLst>
          </p:cNvPr>
          <p:cNvSpPr/>
          <p:nvPr/>
        </p:nvSpPr>
        <p:spPr>
          <a:xfrm>
            <a:off x="3594024" y="2732657"/>
            <a:ext cx="4254576" cy="3494017"/>
          </a:xfrm>
          <a:prstGeom prst="rect">
            <a:avLst/>
          </a:prstGeom>
          <a:noFill/>
          <a:ln w="22225">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00" name="グループ化 99">
            <a:extLst>
              <a:ext uri="{FF2B5EF4-FFF2-40B4-BE49-F238E27FC236}">
                <a16:creationId xmlns:a16="http://schemas.microsoft.com/office/drawing/2014/main" id="{A4773E9A-D1B2-6FE2-2E82-BDA974A1DC3E}"/>
              </a:ext>
            </a:extLst>
          </p:cNvPr>
          <p:cNvGrpSpPr/>
          <p:nvPr/>
        </p:nvGrpSpPr>
        <p:grpSpPr>
          <a:xfrm>
            <a:off x="6965329" y="2044332"/>
            <a:ext cx="552901" cy="493017"/>
            <a:chOff x="4132442" y="2100221"/>
            <a:chExt cx="1374752" cy="852862"/>
          </a:xfrm>
        </p:grpSpPr>
        <p:sp>
          <p:nvSpPr>
            <p:cNvPr id="101" name="四角形: メモ 100">
              <a:extLst>
                <a:ext uri="{FF2B5EF4-FFF2-40B4-BE49-F238E27FC236}">
                  <a16:creationId xmlns:a16="http://schemas.microsoft.com/office/drawing/2014/main" id="{5593427E-ED14-45FE-CB52-25B5C4E3CC00}"/>
                </a:ext>
              </a:extLst>
            </p:cNvPr>
            <p:cNvSpPr/>
            <p:nvPr/>
          </p:nvSpPr>
          <p:spPr>
            <a:xfrm>
              <a:off x="4132442" y="2100221"/>
              <a:ext cx="1298911" cy="787960"/>
            </a:xfrm>
            <a:prstGeom prst="foldedCorner">
              <a:avLst/>
            </a:prstGeom>
            <a:solidFill>
              <a:schemeClr val="accent2">
                <a:lumMod val="40000"/>
                <a:lumOff val="60000"/>
              </a:schemeClr>
            </a:solidFill>
            <a:ln>
              <a:solidFill>
                <a:schemeClr val="accent2"/>
              </a:solidFill>
            </a:ln>
          </p:spPr>
          <p:style>
            <a:lnRef idx="0">
              <a:scrgbClr r="0" g="0" b="0"/>
            </a:lnRef>
            <a:fillRef idx="0">
              <a:scrgbClr r="0" g="0" b="0"/>
            </a:fillRef>
            <a:effectRef idx="0">
              <a:scrgbClr r="0" g="0" b="0"/>
            </a:effectRef>
            <a:fontRef idx="minor">
              <a:schemeClr val="lt1"/>
            </a:fontRef>
          </p:style>
          <p:txBody>
            <a:bodyPr lIns="0" tIns="36000" rIns="0" bIns="0" rtlCol="0" anchor="ctr"/>
            <a:lstStyle/>
            <a:p>
              <a:pPr algn="ctr"/>
              <a:endParaRPr lang="en-US" altLang="ja-JP" sz="1200" b="1" dirty="0">
                <a:solidFill>
                  <a:schemeClr val="tx2"/>
                </a:solidFill>
              </a:endParaRPr>
            </a:p>
          </p:txBody>
        </p:sp>
        <p:sp>
          <p:nvSpPr>
            <p:cNvPr id="102" name="四角形: メモ 101">
              <a:extLst>
                <a:ext uri="{FF2B5EF4-FFF2-40B4-BE49-F238E27FC236}">
                  <a16:creationId xmlns:a16="http://schemas.microsoft.com/office/drawing/2014/main" id="{0A405C4D-2B33-C8EA-6273-59F820B3DCCC}"/>
                </a:ext>
              </a:extLst>
            </p:cNvPr>
            <p:cNvSpPr/>
            <p:nvPr/>
          </p:nvSpPr>
          <p:spPr>
            <a:xfrm>
              <a:off x="4208283" y="2165123"/>
              <a:ext cx="1298911" cy="787960"/>
            </a:xfrm>
            <a:prstGeom prst="foldedCorner">
              <a:avLst/>
            </a:prstGeom>
            <a:solidFill>
              <a:schemeClr val="accent2">
                <a:lumMod val="40000"/>
                <a:lumOff val="60000"/>
              </a:schemeClr>
            </a:solidFill>
            <a:ln>
              <a:solidFill>
                <a:schemeClr val="accent2"/>
              </a:solidFill>
            </a:ln>
          </p:spPr>
          <p:style>
            <a:lnRef idx="0">
              <a:scrgbClr r="0" g="0" b="0"/>
            </a:lnRef>
            <a:fillRef idx="0">
              <a:scrgbClr r="0" g="0" b="0"/>
            </a:fillRef>
            <a:effectRef idx="0">
              <a:scrgbClr r="0" g="0" b="0"/>
            </a:effectRef>
            <a:fontRef idx="minor">
              <a:schemeClr val="lt1"/>
            </a:fontRef>
          </p:style>
          <p:txBody>
            <a:bodyPr lIns="0" tIns="36000" rIns="0" bIns="0" rtlCol="0" anchor="ctr"/>
            <a:lstStyle/>
            <a:p>
              <a:pPr algn="ctr"/>
              <a:r>
                <a:rPr lang="en-US" altLang="ja-JP" sz="1200" b="1" dirty="0">
                  <a:solidFill>
                    <a:schemeClr val="tx2"/>
                  </a:solidFill>
                </a:rPr>
                <a:t>…</a:t>
              </a:r>
            </a:p>
          </p:txBody>
        </p:sp>
      </p:grpSp>
    </p:spTree>
    <p:extLst>
      <p:ext uri="{BB962C8B-B14F-4D97-AF65-F5344CB8AC3E}">
        <p14:creationId xmlns:p14="http://schemas.microsoft.com/office/powerpoint/2010/main" val="3026851953"/>
      </p:ext>
    </p:extLst>
  </p:cSld>
  <p:clrMapOvr>
    <a:masterClrMapping/>
  </p:clrMapOvr>
</p:sld>
</file>

<file path=ppt/theme/theme1.xml><?xml version="1.0" encoding="utf-8"?>
<a:theme xmlns:a="http://schemas.openxmlformats.org/drawingml/2006/main" name="ウェビナー">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ユーザー定義 3">
      <a:majorFont>
        <a:latin typeface="Meiryo UI"/>
        <a:ea typeface="Meiryo UI"/>
        <a:cs typeface=""/>
      </a:majorFont>
      <a:minorFont>
        <a:latin typeface="Meiryo UI"/>
        <a:ea typeface="Meiryo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ウェビナー" id="{62B15B48-04F7-49BD-A7FD-379D1D385D27}" vid="{8ADE079E-11D4-4367-9680-D9EBFB10342F}"/>
    </a:ext>
  </a:extLst>
</a:theme>
</file>

<file path=ppt/theme/theme2.xml><?xml version="1.0" encoding="utf-8"?>
<a:theme xmlns:a="http://schemas.openxmlformats.org/drawingml/2006/main" name="ホワイ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Yu Gothic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Yu Gothic"/>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ホワイ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Yu Gothic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Yu Gothic"/>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ウェビナー</Template>
  <TotalTime>0</TotalTime>
  <Words>2746</Words>
  <Application>Microsoft Office PowerPoint</Application>
  <PresentationFormat>ユーザー設定</PresentationFormat>
  <Paragraphs>355</Paragraphs>
  <Slides>15</Slides>
  <Notes>2</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15</vt:i4>
      </vt:variant>
    </vt:vector>
  </HeadingPairs>
  <TitlesOfParts>
    <vt:vector size="22" baseType="lpstr">
      <vt:lpstr>Meiryo UI</vt:lpstr>
      <vt:lpstr>Yu Gothic</vt:lpstr>
      <vt:lpstr>Arial</vt:lpstr>
      <vt:lpstr>Segoe UI Semilight</vt:lpstr>
      <vt:lpstr>Verdana</vt:lpstr>
      <vt:lpstr>Wingdings</vt:lpstr>
      <vt:lpstr>ウェビナー</vt:lpstr>
      <vt:lpstr>設計成果デジタル化の軽量運用企画 Step2</vt:lpstr>
      <vt:lpstr> 本活動全体の課題と対応方針</vt:lpstr>
      <vt:lpstr> Step2 の狙い  ～ “仕組み準備”から“活用フェーズ”へ～</vt:lpstr>
      <vt:lpstr> Step2 のゴール</vt:lpstr>
      <vt:lpstr> Step2 のゴール – フォーカスポイント －</vt:lpstr>
      <vt:lpstr> 活動方針・スケジュール案</vt:lpstr>
      <vt:lpstr>PowerPoint プレゼンテーション</vt:lpstr>
      <vt:lpstr> Step2 のゴール</vt:lpstr>
      <vt:lpstr> 活動方針・スケジュール案(1/9時点)</vt:lpstr>
      <vt:lpstr> 部分的/段階的なデジタル化 - 設計領域 -</vt:lpstr>
      <vt:lpstr> 部分的/段階的なデジタル化 - デジタル化のレベル -</vt:lpstr>
      <vt:lpstr> 部分的/段階的なデジタル化 - デジタル化のアクティビティ -</vt:lpstr>
      <vt:lpstr> 軽量デジタル化システム Stage 1.0</vt:lpstr>
      <vt:lpstr> 軽量デジタル化システム Stage 2.0</vt:lpstr>
      <vt:lpstr> Step2 のゴール</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2019-11-05T07:05:02Z</dcterms:created>
  <dcterms:modified xsi:type="dcterms:W3CDTF">2026-01-16T00:29:23Z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6add209e-37c4-4e15-ab1b-f9befe71def1_Enabled">
    <vt:lpwstr>true</vt:lpwstr>
  </property>
  <property fmtid="{D5CDD505-2E9C-101B-9397-08002B2CF9AE}" pid="3" name="MSIP_Label_6add209e-37c4-4e15-ab1b-f9befe71def1_SetDate">
    <vt:lpwstr>2024-01-30T05:59:15Z</vt:lpwstr>
  </property>
  <property fmtid="{D5CDD505-2E9C-101B-9397-08002B2CF9AE}" pid="4" name="MSIP_Label_6add209e-37c4-4e15-ab1b-f9befe71def1_Method">
    <vt:lpwstr>Standard</vt:lpwstr>
  </property>
  <property fmtid="{D5CDD505-2E9C-101B-9397-08002B2CF9AE}" pid="5" name="MSIP_Label_6add209e-37c4-4e15-ab1b-f9befe71def1_Name">
    <vt:lpwstr>G_MIP_Confidential_Exception</vt:lpwstr>
  </property>
  <property fmtid="{D5CDD505-2E9C-101B-9397-08002B2CF9AE}" pid="6" name="MSIP_Label_6add209e-37c4-4e15-ab1b-f9befe71def1_SiteId">
    <vt:lpwstr>69405920-b673-4f7c-8845-e124e9d08af2</vt:lpwstr>
  </property>
  <property fmtid="{D5CDD505-2E9C-101B-9397-08002B2CF9AE}" pid="7" name="MSIP_Label_6add209e-37c4-4e15-ab1b-f9befe71def1_ActionId">
    <vt:lpwstr>baeda259-247d-44d2-a202-0a7b28785bf3</vt:lpwstr>
  </property>
  <property fmtid="{D5CDD505-2E9C-101B-9397-08002B2CF9AE}" pid="8" name="MSIP_Label_6add209e-37c4-4e15-ab1b-f9befe71def1_ContentBits">
    <vt:lpwstr>0</vt:lpwstr>
  </property>
</Properties>
</file>